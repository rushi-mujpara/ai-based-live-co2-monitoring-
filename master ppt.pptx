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F74C1E-B964-413E-A812-21BD53DBB09C}" v="26" dt="2026-04-17T03:38:04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HIR JETHAVA" userId="9ef48e81c5d8ed5f" providerId="LiveId" clId="{7D4D5EA1-A1C1-4A78-B6AD-D098C1BF5EA2}"/>
    <pc:docChg chg="undo custSel addSld delSld modSld sldOrd">
      <pc:chgData name="MIHIR JETHAVA" userId="9ef48e81c5d8ed5f" providerId="LiveId" clId="{7D4D5EA1-A1C1-4A78-B6AD-D098C1BF5EA2}" dt="2026-04-17T03:38:34.321" v="198" actId="1076"/>
      <pc:docMkLst>
        <pc:docMk/>
      </pc:docMkLst>
      <pc:sldChg chg="delSp modSp mod">
        <pc:chgData name="MIHIR JETHAVA" userId="9ef48e81c5d8ed5f" providerId="LiveId" clId="{7D4D5EA1-A1C1-4A78-B6AD-D098C1BF5EA2}" dt="2026-04-17T03:37:38.954" v="191" actId="1076"/>
        <pc:sldMkLst>
          <pc:docMk/>
          <pc:sldMk cId="1027753370" sldId="256"/>
        </pc:sldMkLst>
        <pc:picChg chg="mod">
          <ac:chgData name="MIHIR JETHAVA" userId="9ef48e81c5d8ed5f" providerId="LiveId" clId="{7D4D5EA1-A1C1-4A78-B6AD-D098C1BF5EA2}" dt="2026-04-17T03:37:38.954" v="191" actId="1076"/>
          <ac:picMkLst>
            <pc:docMk/>
            <pc:sldMk cId="1027753370" sldId="256"/>
            <ac:picMk id="14" creationId="{4CAF3033-E411-E275-AAD0-33FC6391FA22}"/>
          </ac:picMkLst>
        </pc:picChg>
        <pc:picChg chg="del">
          <ac:chgData name="MIHIR JETHAVA" userId="9ef48e81c5d8ed5f" providerId="LiveId" clId="{7D4D5EA1-A1C1-4A78-B6AD-D098C1BF5EA2}" dt="2026-04-17T03:36:44.664" v="190" actId="478"/>
          <ac:picMkLst>
            <pc:docMk/>
            <pc:sldMk cId="1027753370" sldId="256"/>
            <ac:picMk id="16" creationId="{0DB756B4-248A-8FBE-F171-9F049C668872}"/>
          </ac:picMkLst>
        </pc:picChg>
      </pc:sldChg>
      <pc:sldChg chg="addSp delSp modSp mod">
        <pc:chgData name="MIHIR JETHAVA" userId="9ef48e81c5d8ed5f" providerId="LiveId" clId="{7D4D5EA1-A1C1-4A78-B6AD-D098C1BF5EA2}" dt="2026-04-17T03:38:34.321" v="198" actId="1076"/>
        <pc:sldMkLst>
          <pc:docMk/>
          <pc:sldMk cId="974419691" sldId="260"/>
        </pc:sldMkLst>
        <pc:spChg chg="add del mod ord">
          <ac:chgData name="MIHIR JETHAVA" userId="9ef48e81c5d8ed5f" providerId="LiveId" clId="{7D4D5EA1-A1C1-4A78-B6AD-D098C1BF5EA2}" dt="2026-04-17T03:38:23.082" v="196" actId="478"/>
          <ac:spMkLst>
            <pc:docMk/>
            <pc:sldMk cId="974419691" sldId="260"/>
            <ac:spMk id="15" creationId="{D3EEE5A9-F837-ADFB-8201-377C5E18A078}"/>
          </ac:spMkLst>
        </pc:spChg>
        <pc:spChg chg="mod">
          <ac:chgData name="MIHIR JETHAVA" userId="9ef48e81c5d8ed5f" providerId="LiveId" clId="{7D4D5EA1-A1C1-4A78-B6AD-D098C1BF5EA2}" dt="2026-04-17T03:38:34.321" v="198" actId="1076"/>
          <ac:spMkLst>
            <pc:docMk/>
            <pc:sldMk cId="974419691" sldId="260"/>
            <ac:spMk id="20" creationId="{566C15D4-0586-6610-BA57-791CF747108B}"/>
          </ac:spMkLst>
        </pc:spChg>
        <pc:spChg chg="mod">
          <ac:chgData name="MIHIR JETHAVA" userId="9ef48e81c5d8ed5f" providerId="LiveId" clId="{7D4D5EA1-A1C1-4A78-B6AD-D098C1BF5EA2}" dt="2026-04-17T03:38:27.250" v="197" actId="14100"/>
          <ac:spMkLst>
            <pc:docMk/>
            <pc:sldMk cId="974419691" sldId="260"/>
            <ac:spMk id="40" creationId="{E5498BD3-65A4-329B-3932-E1443C86D7D3}"/>
          </ac:spMkLst>
        </pc:spChg>
      </pc:sldChg>
      <pc:sldChg chg="addSp modSp mod ord">
        <pc:chgData name="MIHIR JETHAVA" userId="9ef48e81c5d8ed5f" providerId="LiveId" clId="{7D4D5EA1-A1C1-4A78-B6AD-D098C1BF5EA2}" dt="2026-04-17T03:24:40.298" v="22" actId="1076"/>
        <pc:sldMkLst>
          <pc:docMk/>
          <pc:sldMk cId="1457391332" sldId="261"/>
        </pc:sldMkLst>
        <pc:spChg chg="add mod">
          <ac:chgData name="MIHIR JETHAVA" userId="9ef48e81c5d8ed5f" providerId="LiveId" clId="{7D4D5EA1-A1C1-4A78-B6AD-D098C1BF5EA2}" dt="2026-04-17T03:23:28.696" v="10" actId="1076"/>
          <ac:spMkLst>
            <pc:docMk/>
            <pc:sldMk cId="1457391332" sldId="261"/>
            <ac:spMk id="9" creationId="{ED177533-754C-55EA-FA47-2E80FA64185E}"/>
          </ac:spMkLst>
        </pc:spChg>
        <pc:spChg chg="add mod">
          <ac:chgData name="MIHIR JETHAVA" userId="9ef48e81c5d8ed5f" providerId="LiveId" clId="{7D4D5EA1-A1C1-4A78-B6AD-D098C1BF5EA2}" dt="2026-04-17T03:24:40.298" v="22" actId="1076"/>
          <ac:spMkLst>
            <pc:docMk/>
            <pc:sldMk cId="1457391332" sldId="261"/>
            <ac:spMk id="10" creationId="{2A0F9598-511F-A798-2A96-6FFF6337664F}"/>
          </ac:spMkLst>
        </pc:spChg>
        <pc:spChg chg="add mod ord">
          <ac:chgData name="MIHIR JETHAVA" userId="9ef48e81c5d8ed5f" providerId="LiveId" clId="{7D4D5EA1-A1C1-4A78-B6AD-D098C1BF5EA2}" dt="2026-04-17T03:24:21.251" v="17" actId="1076"/>
          <ac:spMkLst>
            <pc:docMk/>
            <pc:sldMk cId="1457391332" sldId="261"/>
            <ac:spMk id="11" creationId="{681BBC84-8659-781A-4213-E4CBD90258D7}"/>
          </ac:spMkLst>
        </pc:spChg>
      </pc:sldChg>
      <pc:sldChg chg="addSp delSp modSp mod ord">
        <pc:chgData name="MIHIR JETHAVA" userId="9ef48e81c5d8ed5f" providerId="LiveId" clId="{7D4D5EA1-A1C1-4A78-B6AD-D098C1BF5EA2}" dt="2026-04-17T03:35:52.096" v="189" actId="1076"/>
        <pc:sldMkLst>
          <pc:docMk/>
          <pc:sldMk cId="118999378" sldId="262"/>
        </pc:sldMkLst>
        <pc:spChg chg="add mod">
          <ac:chgData name="MIHIR JETHAVA" userId="9ef48e81c5d8ed5f" providerId="LiveId" clId="{7D4D5EA1-A1C1-4A78-B6AD-D098C1BF5EA2}" dt="2026-04-17T03:25:03.929" v="43" actId="1076"/>
          <ac:spMkLst>
            <pc:docMk/>
            <pc:sldMk cId="118999378" sldId="262"/>
            <ac:spMk id="9" creationId="{E69CC1B2-1F70-C766-BA06-70CAEAA2D20C}"/>
          </ac:spMkLst>
        </pc:spChg>
        <pc:spChg chg="add mod">
          <ac:chgData name="MIHIR JETHAVA" userId="9ef48e81c5d8ed5f" providerId="LiveId" clId="{7D4D5EA1-A1C1-4A78-B6AD-D098C1BF5EA2}" dt="2026-04-17T03:30:05.790" v="85" actId="207"/>
          <ac:spMkLst>
            <pc:docMk/>
            <pc:sldMk cId="118999378" sldId="262"/>
            <ac:spMk id="10" creationId="{B483CB77-5CC8-9763-2B0D-5309485EA913}"/>
          </ac:spMkLst>
        </pc:spChg>
        <pc:spChg chg="add mod ord">
          <ac:chgData name="MIHIR JETHAVA" userId="9ef48e81c5d8ed5f" providerId="LiveId" clId="{7D4D5EA1-A1C1-4A78-B6AD-D098C1BF5EA2}" dt="2026-04-17T03:26:47.143" v="47" actId="167"/>
          <ac:spMkLst>
            <pc:docMk/>
            <pc:sldMk cId="118999378" sldId="262"/>
            <ac:spMk id="11" creationId="{E879F3F9-E254-32D0-31B0-3F36E228344E}"/>
          </ac:spMkLst>
        </pc:spChg>
        <pc:spChg chg="add del">
          <ac:chgData name="MIHIR JETHAVA" userId="9ef48e81c5d8ed5f" providerId="LiveId" clId="{7D4D5EA1-A1C1-4A78-B6AD-D098C1BF5EA2}" dt="2026-04-17T03:27:34.664" v="54" actId="478"/>
          <ac:spMkLst>
            <pc:docMk/>
            <pc:sldMk cId="118999378" sldId="262"/>
            <ac:spMk id="12" creationId="{04118B77-E835-D7FA-9D3B-75154527AD40}"/>
          </ac:spMkLst>
        </pc:spChg>
        <pc:spChg chg="add mod">
          <ac:chgData name="MIHIR JETHAVA" userId="9ef48e81c5d8ed5f" providerId="LiveId" clId="{7D4D5EA1-A1C1-4A78-B6AD-D098C1BF5EA2}" dt="2026-04-17T03:33:04.878" v="152" actId="120"/>
          <ac:spMkLst>
            <pc:docMk/>
            <pc:sldMk cId="118999378" sldId="262"/>
            <ac:spMk id="13" creationId="{F45C0E02-6F0E-0D19-481B-201987C82A3A}"/>
          </ac:spMkLst>
        </pc:spChg>
        <pc:spChg chg="add del mod">
          <ac:chgData name="MIHIR JETHAVA" userId="9ef48e81c5d8ed5f" providerId="LiveId" clId="{7D4D5EA1-A1C1-4A78-B6AD-D098C1BF5EA2}" dt="2026-04-17T03:28:16.643" v="58" actId="478"/>
          <ac:spMkLst>
            <pc:docMk/>
            <pc:sldMk cId="118999378" sldId="262"/>
            <ac:spMk id="14" creationId="{9FAA4C6D-4C50-5DD3-A8C3-E22E8119BF21}"/>
          </ac:spMkLst>
        </pc:spChg>
        <pc:spChg chg="add mod">
          <ac:chgData name="MIHIR JETHAVA" userId="9ef48e81c5d8ed5f" providerId="LiveId" clId="{7D4D5EA1-A1C1-4A78-B6AD-D098C1BF5EA2}" dt="2026-04-17T03:33:47.398" v="163" actId="120"/>
          <ac:spMkLst>
            <pc:docMk/>
            <pc:sldMk cId="118999378" sldId="262"/>
            <ac:spMk id="15" creationId="{24E2F958-1FAA-CC00-30D4-ED5942ACF2C1}"/>
          </ac:spMkLst>
        </pc:spChg>
        <pc:spChg chg="add mod">
          <ac:chgData name="MIHIR JETHAVA" userId="9ef48e81c5d8ed5f" providerId="LiveId" clId="{7D4D5EA1-A1C1-4A78-B6AD-D098C1BF5EA2}" dt="2026-04-17T03:33:33.193" v="158" actId="404"/>
          <ac:spMkLst>
            <pc:docMk/>
            <pc:sldMk cId="118999378" sldId="262"/>
            <ac:spMk id="16" creationId="{8357A5AD-F0B1-03FF-16BE-EC7D29E4057C}"/>
          </ac:spMkLst>
        </pc:spChg>
        <pc:spChg chg="add mod">
          <ac:chgData name="MIHIR JETHAVA" userId="9ef48e81c5d8ed5f" providerId="LiveId" clId="{7D4D5EA1-A1C1-4A78-B6AD-D098C1BF5EA2}" dt="2026-04-17T03:34:14.124" v="168" actId="404"/>
          <ac:spMkLst>
            <pc:docMk/>
            <pc:sldMk cId="118999378" sldId="262"/>
            <ac:spMk id="17" creationId="{3EA62D3B-82FC-74CD-8DB9-90E401CFD2DE}"/>
          </ac:spMkLst>
        </pc:spChg>
        <pc:spChg chg="add mod">
          <ac:chgData name="MIHIR JETHAVA" userId="9ef48e81c5d8ed5f" providerId="LiveId" clId="{7D4D5EA1-A1C1-4A78-B6AD-D098C1BF5EA2}" dt="2026-04-17T03:34:50.167" v="176" actId="404"/>
          <ac:spMkLst>
            <pc:docMk/>
            <pc:sldMk cId="118999378" sldId="262"/>
            <ac:spMk id="18" creationId="{06A21CBB-B4FA-2907-3FBA-A0ED41502E2D}"/>
          </ac:spMkLst>
        </pc:spChg>
        <pc:spChg chg="add mod">
          <ac:chgData name="MIHIR JETHAVA" userId="9ef48e81c5d8ed5f" providerId="LiveId" clId="{7D4D5EA1-A1C1-4A78-B6AD-D098C1BF5EA2}" dt="2026-04-17T03:34:29.900" v="172" actId="404"/>
          <ac:spMkLst>
            <pc:docMk/>
            <pc:sldMk cId="118999378" sldId="262"/>
            <ac:spMk id="19" creationId="{E67F07F6-B194-CC65-264B-24AC0C30EB42}"/>
          </ac:spMkLst>
        </pc:spChg>
        <pc:spChg chg="add mod">
          <ac:chgData name="MIHIR JETHAVA" userId="9ef48e81c5d8ed5f" providerId="LiveId" clId="{7D4D5EA1-A1C1-4A78-B6AD-D098C1BF5EA2}" dt="2026-04-17T03:32:11.100" v="142" actId="1076"/>
          <ac:spMkLst>
            <pc:docMk/>
            <pc:sldMk cId="118999378" sldId="262"/>
            <ac:spMk id="22" creationId="{CD0D5EE3-233A-6DCD-D32D-01A650793D19}"/>
          </ac:spMkLst>
        </pc:spChg>
        <pc:spChg chg="add mod">
          <ac:chgData name="MIHIR JETHAVA" userId="9ef48e81c5d8ed5f" providerId="LiveId" clId="{7D4D5EA1-A1C1-4A78-B6AD-D098C1BF5EA2}" dt="2026-04-17T03:32:18.153" v="143" actId="1076"/>
          <ac:spMkLst>
            <pc:docMk/>
            <pc:sldMk cId="118999378" sldId="262"/>
            <ac:spMk id="23" creationId="{E5BB045D-5F42-3B0B-2652-870F648DB84F}"/>
          </ac:spMkLst>
        </pc:spChg>
        <pc:spChg chg="add mod">
          <ac:chgData name="MIHIR JETHAVA" userId="9ef48e81c5d8ed5f" providerId="LiveId" clId="{7D4D5EA1-A1C1-4A78-B6AD-D098C1BF5EA2}" dt="2026-04-17T03:35:52.096" v="189" actId="1076"/>
          <ac:spMkLst>
            <pc:docMk/>
            <pc:sldMk cId="118999378" sldId="262"/>
            <ac:spMk id="24" creationId="{D09048CB-8CFD-ABDC-42C2-D0C98DD8BEF0}"/>
          </ac:spMkLst>
        </pc:spChg>
        <pc:spChg chg="add mod">
          <ac:chgData name="MIHIR JETHAVA" userId="9ef48e81c5d8ed5f" providerId="LiveId" clId="{7D4D5EA1-A1C1-4A78-B6AD-D098C1BF5EA2}" dt="2026-04-17T03:35:38.229" v="185" actId="1076"/>
          <ac:spMkLst>
            <pc:docMk/>
            <pc:sldMk cId="118999378" sldId="262"/>
            <ac:spMk id="25" creationId="{1017A972-C268-C8B2-E789-75E8B77E4227}"/>
          </ac:spMkLst>
        </pc:spChg>
        <pc:picChg chg="add mod">
          <ac:chgData name="MIHIR JETHAVA" userId="9ef48e81c5d8ed5f" providerId="LiveId" clId="{7D4D5EA1-A1C1-4A78-B6AD-D098C1BF5EA2}" dt="2026-04-17T03:31:08.510" v="100" actId="1076"/>
          <ac:picMkLst>
            <pc:docMk/>
            <pc:sldMk cId="118999378" sldId="262"/>
            <ac:picMk id="21" creationId="{9434158C-D13A-EB6F-A87C-DB947C91DF87}"/>
          </ac:picMkLst>
        </pc:picChg>
      </pc:sldChg>
      <pc:sldChg chg="new del">
        <pc:chgData name="MIHIR JETHAVA" userId="9ef48e81c5d8ed5f" providerId="LiveId" clId="{7D4D5EA1-A1C1-4A78-B6AD-D098C1BF5EA2}" dt="2026-04-17T03:22:00.670" v="3" actId="47"/>
        <pc:sldMkLst>
          <pc:docMk/>
          <pc:sldMk cId="1752126534" sldId="26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BE0B97-E1F9-48C0-A119-3DA7E241CE47}" type="doc">
      <dgm:prSet loTypeId="urn:microsoft.com/office/officeart/2005/8/layout/hProcess7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A173465-193F-46A1-89B3-90DD4FF679FB}" type="pres">
      <dgm:prSet presAssocID="{CBBE0B97-E1F9-48C0-A119-3DA7E241CE47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0AE34F4D-C1AE-4CB8-B094-4F51CC98AE0D}" type="presOf" srcId="{CBBE0B97-E1F9-48C0-A119-3DA7E241CE47}" destId="{4A173465-193F-46A1-89B3-90DD4FF679FB}" srcOrd="0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D506D9-5671-440E-8339-F086321D2C33}" type="doc">
      <dgm:prSet loTypeId="urn:microsoft.com/office/officeart/2005/8/layout/chevron2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64777E3A-E770-4A02-A0BC-3C72697CBA1F}">
      <dgm:prSet phldrT="[Text]" phldr="0"/>
      <dgm:spPr/>
      <dgm:t>
        <a:bodyPr/>
        <a:lstStyle/>
        <a:p>
          <a:r>
            <a:rPr lang="en-US" dirty="0"/>
            <a:t>1</a:t>
          </a:r>
          <a:endParaRPr lang="en-IN" dirty="0"/>
        </a:p>
      </dgm:t>
    </dgm:pt>
    <dgm:pt modelId="{F57D0165-D63A-4DD0-B7D1-F322104ABB0B}" type="parTrans" cxnId="{791FE0B0-013D-4304-AE9F-39030841AEF3}">
      <dgm:prSet/>
      <dgm:spPr/>
      <dgm:t>
        <a:bodyPr/>
        <a:lstStyle/>
        <a:p>
          <a:endParaRPr lang="en-IN"/>
        </a:p>
      </dgm:t>
    </dgm:pt>
    <dgm:pt modelId="{E38AA37B-2EDB-4A29-A31B-A36BD49A5400}" type="sibTrans" cxnId="{791FE0B0-013D-4304-AE9F-39030841AEF3}">
      <dgm:prSet/>
      <dgm:spPr/>
      <dgm:t>
        <a:bodyPr/>
        <a:lstStyle/>
        <a:p>
          <a:endParaRPr lang="en-IN"/>
        </a:p>
      </dgm:t>
    </dgm:pt>
    <dgm:pt modelId="{DA488C20-336F-480C-A3E1-5C4735940A28}">
      <dgm:prSet phldrT="[Text]" phldr="0"/>
      <dgm:spPr/>
      <dgm:t>
        <a:bodyPr/>
        <a:lstStyle/>
        <a:p>
          <a:r>
            <a:rPr lang="en-US" dirty="0"/>
            <a:t>2</a:t>
          </a:r>
          <a:endParaRPr lang="en-IN" dirty="0"/>
        </a:p>
      </dgm:t>
    </dgm:pt>
    <dgm:pt modelId="{E5EB8C1C-AF2B-4A2B-A441-B04BCF719857}" type="parTrans" cxnId="{CCB27285-3154-423D-A882-91999C24535B}">
      <dgm:prSet/>
      <dgm:spPr/>
      <dgm:t>
        <a:bodyPr/>
        <a:lstStyle/>
        <a:p>
          <a:endParaRPr lang="en-IN"/>
        </a:p>
      </dgm:t>
    </dgm:pt>
    <dgm:pt modelId="{5CB82A62-C94F-48DF-BD1F-7723A0DD5AC8}" type="sibTrans" cxnId="{CCB27285-3154-423D-A882-91999C24535B}">
      <dgm:prSet/>
      <dgm:spPr/>
      <dgm:t>
        <a:bodyPr/>
        <a:lstStyle/>
        <a:p>
          <a:endParaRPr lang="en-IN"/>
        </a:p>
      </dgm:t>
    </dgm:pt>
    <dgm:pt modelId="{8307DD27-8DDA-4A1D-8BAA-878AA9DC2A98}">
      <dgm:prSet phldrT="[Text]" phldr="0"/>
      <dgm:spPr/>
      <dgm:t>
        <a:bodyPr/>
        <a:lstStyle/>
        <a:p>
          <a:r>
            <a:rPr lang="en-US" dirty="0"/>
            <a:t>3</a:t>
          </a:r>
          <a:endParaRPr lang="en-IN" dirty="0"/>
        </a:p>
      </dgm:t>
    </dgm:pt>
    <dgm:pt modelId="{BA5A1E33-6D03-413E-BC70-068C05A018ED}" type="parTrans" cxnId="{37F545E4-D661-4928-9A10-A1B964574F4E}">
      <dgm:prSet/>
      <dgm:spPr/>
      <dgm:t>
        <a:bodyPr/>
        <a:lstStyle/>
        <a:p>
          <a:endParaRPr lang="en-IN"/>
        </a:p>
      </dgm:t>
    </dgm:pt>
    <dgm:pt modelId="{37559107-D044-4E0D-BA09-C4ED34F33F85}" type="sibTrans" cxnId="{37F545E4-D661-4928-9A10-A1B964574F4E}">
      <dgm:prSet/>
      <dgm:spPr/>
      <dgm:t>
        <a:bodyPr/>
        <a:lstStyle/>
        <a:p>
          <a:endParaRPr lang="en-IN"/>
        </a:p>
      </dgm:t>
    </dgm:pt>
    <dgm:pt modelId="{C65734F8-1974-4FC5-AB13-E79B309D75ED}">
      <dgm:prSet/>
      <dgm:spPr/>
      <dgm:t>
        <a:bodyPr/>
        <a:lstStyle/>
        <a:p>
          <a:r>
            <a:rPr lang="en-US" dirty="0"/>
            <a:t>4</a:t>
          </a:r>
          <a:endParaRPr lang="en-IN" dirty="0"/>
        </a:p>
      </dgm:t>
    </dgm:pt>
    <dgm:pt modelId="{9E888119-0C58-4F00-AB09-104A5BFCA7FD}" type="parTrans" cxnId="{26F7A0D6-62D1-44F0-9DCD-AEE6D1DAF602}">
      <dgm:prSet/>
      <dgm:spPr/>
      <dgm:t>
        <a:bodyPr/>
        <a:lstStyle/>
        <a:p>
          <a:endParaRPr lang="en-IN"/>
        </a:p>
      </dgm:t>
    </dgm:pt>
    <dgm:pt modelId="{068FCD5B-BFE0-463E-9787-7F1FD6242706}" type="sibTrans" cxnId="{26F7A0D6-62D1-44F0-9DCD-AEE6D1DAF602}">
      <dgm:prSet/>
      <dgm:spPr/>
      <dgm:t>
        <a:bodyPr/>
        <a:lstStyle/>
        <a:p>
          <a:endParaRPr lang="en-IN"/>
        </a:p>
      </dgm:t>
    </dgm:pt>
    <dgm:pt modelId="{D15A1E9E-497B-4BF0-8E0C-CCCBBBF0DD8C}">
      <dgm:prSet/>
      <dgm:spPr/>
      <dgm:t>
        <a:bodyPr/>
        <a:lstStyle/>
        <a:p>
          <a:r>
            <a:rPr lang="en-US" dirty="0"/>
            <a:t>5</a:t>
          </a:r>
          <a:endParaRPr lang="en-IN" dirty="0"/>
        </a:p>
      </dgm:t>
    </dgm:pt>
    <dgm:pt modelId="{AD07F98F-D54C-4710-8CD4-8224C76B109A}" type="parTrans" cxnId="{4E8C3014-1738-4417-8457-09BA9325104F}">
      <dgm:prSet/>
      <dgm:spPr/>
      <dgm:t>
        <a:bodyPr/>
        <a:lstStyle/>
        <a:p>
          <a:endParaRPr lang="en-IN"/>
        </a:p>
      </dgm:t>
    </dgm:pt>
    <dgm:pt modelId="{05D82DDA-5D78-44CF-88D9-DBF9526A4349}" type="sibTrans" cxnId="{4E8C3014-1738-4417-8457-09BA9325104F}">
      <dgm:prSet/>
      <dgm:spPr/>
      <dgm:t>
        <a:bodyPr/>
        <a:lstStyle/>
        <a:p>
          <a:endParaRPr lang="en-IN"/>
        </a:p>
      </dgm:t>
    </dgm:pt>
    <dgm:pt modelId="{D036F9E0-1B23-43F6-B1FA-5144C3954BD1}">
      <dgm:prSet/>
      <dgm:spPr/>
      <dgm:t>
        <a:bodyPr/>
        <a:lstStyle/>
        <a:p>
          <a:r>
            <a:rPr lang="en-US" dirty="0"/>
            <a:t>6</a:t>
          </a:r>
          <a:endParaRPr lang="en-IN" dirty="0"/>
        </a:p>
      </dgm:t>
    </dgm:pt>
    <dgm:pt modelId="{E97E4D66-B04B-4F14-B166-18FFEFA95FCB}" type="parTrans" cxnId="{D8310A08-10DE-4A72-8870-D6FEF1E3A0DE}">
      <dgm:prSet/>
      <dgm:spPr/>
      <dgm:t>
        <a:bodyPr/>
        <a:lstStyle/>
        <a:p>
          <a:endParaRPr lang="en-IN"/>
        </a:p>
      </dgm:t>
    </dgm:pt>
    <dgm:pt modelId="{27A92533-6716-42F4-BFF0-594973DE8AB5}" type="sibTrans" cxnId="{D8310A08-10DE-4A72-8870-D6FEF1E3A0DE}">
      <dgm:prSet/>
      <dgm:spPr/>
      <dgm:t>
        <a:bodyPr/>
        <a:lstStyle/>
        <a:p>
          <a:endParaRPr lang="en-IN"/>
        </a:p>
      </dgm:t>
    </dgm:pt>
    <dgm:pt modelId="{7568C62F-692E-4588-968C-629B6BED795A}">
      <dgm:prSet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Image Input</a:t>
          </a:r>
        </a:p>
      </dgm:t>
    </dgm:pt>
    <dgm:pt modelId="{E895C913-7333-42A0-ACFA-3BC80075CDC5}" type="parTrans" cxnId="{03A01970-E1DC-48DC-81D0-31479BD2FB46}">
      <dgm:prSet/>
      <dgm:spPr/>
      <dgm:t>
        <a:bodyPr/>
        <a:lstStyle/>
        <a:p>
          <a:endParaRPr lang="en-IN"/>
        </a:p>
      </dgm:t>
    </dgm:pt>
    <dgm:pt modelId="{73A64E08-D459-4B32-94C0-B91B5FE74284}" type="sibTrans" cxnId="{03A01970-E1DC-48DC-81D0-31479BD2FB46}">
      <dgm:prSet/>
      <dgm:spPr/>
      <dgm:t>
        <a:bodyPr/>
        <a:lstStyle/>
        <a:p>
          <a:endParaRPr lang="en-IN"/>
        </a:p>
      </dgm:t>
    </dgm:pt>
    <dgm:pt modelId="{014FF540-E6BF-424A-A97D-C000B3611858}">
      <dgm:prSet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Image Preprocessing</a:t>
          </a:r>
        </a:p>
      </dgm:t>
    </dgm:pt>
    <dgm:pt modelId="{338E3096-02C0-4A1A-AE40-CFD9CA5DE43D}" type="parTrans" cxnId="{B4FDAECB-A663-4640-9B37-3DA4415C4BE8}">
      <dgm:prSet/>
      <dgm:spPr/>
      <dgm:t>
        <a:bodyPr/>
        <a:lstStyle/>
        <a:p>
          <a:endParaRPr lang="en-IN"/>
        </a:p>
      </dgm:t>
    </dgm:pt>
    <dgm:pt modelId="{ED9F3DD7-3635-4B9A-8626-033643BDBA5C}" type="sibTrans" cxnId="{B4FDAECB-A663-4640-9B37-3DA4415C4BE8}">
      <dgm:prSet/>
      <dgm:spPr/>
      <dgm:t>
        <a:bodyPr/>
        <a:lstStyle/>
        <a:p>
          <a:endParaRPr lang="en-IN"/>
        </a:p>
      </dgm:t>
    </dgm:pt>
    <dgm:pt modelId="{DD0C3EEF-A47F-4DBE-8C93-DC2702C9A614}">
      <dgm:prSet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Vehicle Classification using MobileNetV2</a:t>
          </a:r>
        </a:p>
      </dgm:t>
    </dgm:pt>
    <dgm:pt modelId="{7D4E35E7-4CDA-4235-9FCA-9E2BBF23F7F5}" type="parTrans" cxnId="{0776A79D-7228-4D21-A5D0-05E29A7022AA}">
      <dgm:prSet/>
      <dgm:spPr/>
      <dgm:t>
        <a:bodyPr/>
        <a:lstStyle/>
        <a:p>
          <a:endParaRPr lang="en-IN"/>
        </a:p>
      </dgm:t>
    </dgm:pt>
    <dgm:pt modelId="{006B6F39-FB81-4A53-939D-E48A2F21FA71}" type="sibTrans" cxnId="{0776A79D-7228-4D21-A5D0-05E29A7022AA}">
      <dgm:prSet/>
      <dgm:spPr/>
      <dgm:t>
        <a:bodyPr/>
        <a:lstStyle/>
        <a:p>
          <a:endParaRPr lang="en-IN"/>
        </a:p>
      </dgm:t>
    </dgm:pt>
    <dgm:pt modelId="{C9F31274-441C-497B-8E40-C0B7FD8E3A88}">
      <dgm:prSet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Assign Emission Factors</a:t>
          </a:r>
        </a:p>
      </dgm:t>
    </dgm:pt>
    <dgm:pt modelId="{532C3201-4D12-4B63-9229-0547024D4D2C}" type="parTrans" cxnId="{8B0F84BE-8B8A-4110-830D-7E9F3D8EA136}">
      <dgm:prSet/>
      <dgm:spPr/>
      <dgm:t>
        <a:bodyPr/>
        <a:lstStyle/>
        <a:p>
          <a:endParaRPr lang="en-IN"/>
        </a:p>
      </dgm:t>
    </dgm:pt>
    <dgm:pt modelId="{3B085496-2919-41B5-9BBA-714D9232806B}" type="sibTrans" cxnId="{8B0F84BE-8B8A-4110-830D-7E9F3D8EA136}">
      <dgm:prSet/>
      <dgm:spPr/>
      <dgm:t>
        <a:bodyPr/>
        <a:lstStyle/>
        <a:p>
          <a:endParaRPr lang="en-IN"/>
        </a:p>
      </dgm:t>
    </dgm:pt>
    <dgm:pt modelId="{762DEFC6-D1AD-4E25-8E60-997F123B66FB}">
      <dgm:prSet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CO₂ Emission Calculation</a:t>
          </a:r>
        </a:p>
      </dgm:t>
    </dgm:pt>
    <dgm:pt modelId="{AC5EA2B9-CC6E-400C-91AA-D56507D8DA19}" type="parTrans" cxnId="{6FD51FDF-A644-485E-9556-66979A315FDD}">
      <dgm:prSet/>
      <dgm:spPr/>
      <dgm:t>
        <a:bodyPr/>
        <a:lstStyle/>
        <a:p>
          <a:endParaRPr lang="en-IN"/>
        </a:p>
      </dgm:t>
    </dgm:pt>
    <dgm:pt modelId="{4C5FFB10-E5D8-46E4-A552-9D2F33FF10B8}" type="sibTrans" cxnId="{6FD51FDF-A644-485E-9556-66979A315FDD}">
      <dgm:prSet/>
      <dgm:spPr/>
      <dgm:t>
        <a:bodyPr/>
        <a:lstStyle/>
        <a:p>
          <a:endParaRPr lang="en-IN"/>
        </a:p>
      </dgm:t>
    </dgm:pt>
    <dgm:pt modelId="{80969A9D-9570-41C6-8729-FFB789B50B1C}">
      <dgm:prSet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Result Visualization</a:t>
          </a:r>
        </a:p>
      </dgm:t>
    </dgm:pt>
    <dgm:pt modelId="{8A44B493-9174-441B-973C-0883E1EBB2FD}" type="parTrans" cxnId="{AD9E9882-609D-4E59-81EC-7662C31AFC51}">
      <dgm:prSet/>
      <dgm:spPr/>
      <dgm:t>
        <a:bodyPr/>
        <a:lstStyle/>
        <a:p>
          <a:endParaRPr lang="en-IN"/>
        </a:p>
      </dgm:t>
    </dgm:pt>
    <dgm:pt modelId="{1BDE0C0A-BA12-46B3-AF52-7316DBEF0EDC}" type="sibTrans" cxnId="{AD9E9882-609D-4E59-81EC-7662C31AFC51}">
      <dgm:prSet/>
      <dgm:spPr/>
      <dgm:t>
        <a:bodyPr/>
        <a:lstStyle/>
        <a:p>
          <a:endParaRPr lang="en-IN"/>
        </a:p>
      </dgm:t>
    </dgm:pt>
    <dgm:pt modelId="{84F7AFC5-6694-433C-BEFD-8FE57E877D30}" type="pres">
      <dgm:prSet presAssocID="{FED506D9-5671-440E-8339-F086321D2C33}" presName="linearFlow" presStyleCnt="0">
        <dgm:presLayoutVars>
          <dgm:dir/>
          <dgm:animLvl val="lvl"/>
          <dgm:resizeHandles val="exact"/>
        </dgm:presLayoutVars>
      </dgm:prSet>
      <dgm:spPr/>
    </dgm:pt>
    <dgm:pt modelId="{AF7308A5-50DE-4D30-9AD5-319A9F04613F}" type="pres">
      <dgm:prSet presAssocID="{64777E3A-E770-4A02-A0BC-3C72697CBA1F}" presName="composite" presStyleCnt="0"/>
      <dgm:spPr/>
    </dgm:pt>
    <dgm:pt modelId="{BF9E2F7A-89B6-46C3-99C9-B6FEE30F011E}" type="pres">
      <dgm:prSet presAssocID="{64777E3A-E770-4A02-A0BC-3C72697CBA1F}" presName="parentText" presStyleLbl="alignNode1" presStyleIdx="0" presStyleCnt="6">
        <dgm:presLayoutVars>
          <dgm:chMax val="1"/>
          <dgm:bulletEnabled val="1"/>
        </dgm:presLayoutVars>
      </dgm:prSet>
      <dgm:spPr/>
    </dgm:pt>
    <dgm:pt modelId="{FF7AC368-2E8F-4AB8-A511-DF888A21A120}" type="pres">
      <dgm:prSet presAssocID="{64777E3A-E770-4A02-A0BC-3C72697CBA1F}" presName="descendantText" presStyleLbl="alignAcc1" presStyleIdx="0" presStyleCnt="6">
        <dgm:presLayoutVars>
          <dgm:bulletEnabled val="1"/>
        </dgm:presLayoutVars>
      </dgm:prSet>
      <dgm:spPr/>
    </dgm:pt>
    <dgm:pt modelId="{9CBF3C2E-3A4F-492F-A5A2-7FDB986D7F8B}" type="pres">
      <dgm:prSet presAssocID="{E38AA37B-2EDB-4A29-A31B-A36BD49A5400}" presName="sp" presStyleCnt="0"/>
      <dgm:spPr/>
    </dgm:pt>
    <dgm:pt modelId="{7D2B3DF9-E760-47F0-A4DA-68B5EB4C362E}" type="pres">
      <dgm:prSet presAssocID="{DA488C20-336F-480C-A3E1-5C4735940A28}" presName="composite" presStyleCnt="0"/>
      <dgm:spPr/>
    </dgm:pt>
    <dgm:pt modelId="{3DC40B06-D95E-43C7-82A1-614AE83FAC84}" type="pres">
      <dgm:prSet presAssocID="{DA488C20-336F-480C-A3E1-5C4735940A28}" presName="parentText" presStyleLbl="alignNode1" presStyleIdx="1" presStyleCnt="6">
        <dgm:presLayoutVars>
          <dgm:chMax val="1"/>
          <dgm:bulletEnabled val="1"/>
        </dgm:presLayoutVars>
      </dgm:prSet>
      <dgm:spPr/>
    </dgm:pt>
    <dgm:pt modelId="{F2CD7C32-8AAD-4120-ABF3-7DD85F7DEAE2}" type="pres">
      <dgm:prSet presAssocID="{DA488C20-336F-480C-A3E1-5C4735940A28}" presName="descendantText" presStyleLbl="alignAcc1" presStyleIdx="1" presStyleCnt="6">
        <dgm:presLayoutVars>
          <dgm:bulletEnabled val="1"/>
        </dgm:presLayoutVars>
      </dgm:prSet>
      <dgm:spPr/>
    </dgm:pt>
    <dgm:pt modelId="{66DAD4E7-6790-44AC-B0DE-BE77E711F236}" type="pres">
      <dgm:prSet presAssocID="{5CB82A62-C94F-48DF-BD1F-7723A0DD5AC8}" presName="sp" presStyleCnt="0"/>
      <dgm:spPr/>
    </dgm:pt>
    <dgm:pt modelId="{44623CE8-63DD-4D23-8423-91F7839A0A9A}" type="pres">
      <dgm:prSet presAssocID="{8307DD27-8DDA-4A1D-8BAA-878AA9DC2A98}" presName="composite" presStyleCnt="0"/>
      <dgm:spPr/>
    </dgm:pt>
    <dgm:pt modelId="{0364CE99-7B45-402A-8337-4EF29EBD0A6A}" type="pres">
      <dgm:prSet presAssocID="{8307DD27-8DDA-4A1D-8BAA-878AA9DC2A98}" presName="parentText" presStyleLbl="alignNode1" presStyleIdx="2" presStyleCnt="6">
        <dgm:presLayoutVars>
          <dgm:chMax val="1"/>
          <dgm:bulletEnabled val="1"/>
        </dgm:presLayoutVars>
      </dgm:prSet>
      <dgm:spPr/>
    </dgm:pt>
    <dgm:pt modelId="{D8947A34-65B8-464E-B866-6E4C8FDB8072}" type="pres">
      <dgm:prSet presAssocID="{8307DD27-8DDA-4A1D-8BAA-878AA9DC2A98}" presName="descendantText" presStyleLbl="alignAcc1" presStyleIdx="2" presStyleCnt="6">
        <dgm:presLayoutVars>
          <dgm:bulletEnabled val="1"/>
        </dgm:presLayoutVars>
      </dgm:prSet>
      <dgm:spPr/>
    </dgm:pt>
    <dgm:pt modelId="{01CCB0C4-34A1-4112-825F-B7D62206D7AE}" type="pres">
      <dgm:prSet presAssocID="{37559107-D044-4E0D-BA09-C4ED34F33F85}" presName="sp" presStyleCnt="0"/>
      <dgm:spPr/>
    </dgm:pt>
    <dgm:pt modelId="{100860F0-DB00-4E02-AF4A-C35829E4B5F0}" type="pres">
      <dgm:prSet presAssocID="{C65734F8-1974-4FC5-AB13-E79B309D75ED}" presName="composite" presStyleCnt="0"/>
      <dgm:spPr/>
    </dgm:pt>
    <dgm:pt modelId="{CBA3E649-6C37-4B03-952B-68724EA88CA4}" type="pres">
      <dgm:prSet presAssocID="{C65734F8-1974-4FC5-AB13-E79B309D75ED}" presName="parentText" presStyleLbl="alignNode1" presStyleIdx="3" presStyleCnt="6">
        <dgm:presLayoutVars>
          <dgm:chMax val="1"/>
          <dgm:bulletEnabled val="1"/>
        </dgm:presLayoutVars>
      </dgm:prSet>
      <dgm:spPr/>
    </dgm:pt>
    <dgm:pt modelId="{3261496F-A953-4195-8B09-3798DF0CAFB3}" type="pres">
      <dgm:prSet presAssocID="{C65734F8-1974-4FC5-AB13-E79B309D75ED}" presName="descendantText" presStyleLbl="alignAcc1" presStyleIdx="3" presStyleCnt="6">
        <dgm:presLayoutVars>
          <dgm:bulletEnabled val="1"/>
        </dgm:presLayoutVars>
      </dgm:prSet>
      <dgm:spPr/>
    </dgm:pt>
    <dgm:pt modelId="{FA73CD26-D2A3-417D-B9CD-663DE52CA533}" type="pres">
      <dgm:prSet presAssocID="{068FCD5B-BFE0-463E-9787-7F1FD6242706}" presName="sp" presStyleCnt="0"/>
      <dgm:spPr/>
    </dgm:pt>
    <dgm:pt modelId="{CCE921AA-1139-40A2-9F4E-33280934F299}" type="pres">
      <dgm:prSet presAssocID="{D15A1E9E-497B-4BF0-8E0C-CCCBBBF0DD8C}" presName="composite" presStyleCnt="0"/>
      <dgm:spPr/>
    </dgm:pt>
    <dgm:pt modelId="{49926388-AECE-440B-A0BA-2036CA15BCAD}" type="pres">
      <dgm:prSet presAssocID="{D15A1E9E-497B-4BF0-8E0C-CCCBBBF0DD8C}" presName="parentText" presStyleLbl="alignNode1" presStyleIdx="4" presStyleCnt="6">
        <dgm:presLayoutVars>
          <dgm:chMax val="1"/>
          <dgm:bulletEnabled val="1"/>
        </dgm:presLayoutVars>
      </dgm:prSet>
      <dgm:spPr/>
    </dgm:pt>
    <dgm:pt modelId="{69652438-8D6E-4F82-B0E0-7F1266C8BC78}" type="pres">
      <dgm:prSet presAssocID="{D15A1E9E-497B-4BF0-8E0C-CCCBBBF0DD8C}" presName="descendantText" presStyleLbl="alignAcc1" presStyleIdx="4" presStyleCnt="6">
        <dgm:presLayoutVars>
          <dgm:bulletEnabled val="1"/>
        </dgm:presLayoutVars>
      </dgm:prSet>
      <dgm:spPr/>
    </dgm:pt>
    <dgm:pt modelId="{3162C54B-B2C0-4BF7-894E-8447346ABA44}" type="pres">
      <dgm:prSet presAssocID="{05D82DDA-5D78-44CF-88D9-DBF9526A4349}" presName="sp" presStyleCnt="0"/>
      <dgm:spPr/>
    </dgm:pt>
    <dgm:pt modelId="{D86C0087-AE8F-4934-846D-5CDD20CB65AA}" type="pres">
      <dgm:prSet presAssocID="{D036F9E0-1B23-43F6-B1FA-5144C3954BD1}" presName="composite" presStyleCnt="0"/>
      <dgm:spPr/>
    </dgm:pt>
    <dgm:pt modelId="{7E5A1A64-B56F-47D3-8CCA-D48F2F599B2A}" type="pres">
      <dgm:prSet presAssocID="{D036F9E0-1B23-43F6-B1FA-5144C3954BD1}" presName="parentText" presStyleLbl="alignNode1" presStyleIdx="5" presStyleCnt="6">
        <dgm:presLayoutVars>
          <dgm:chMax val="1"/>
          <dgm:bulletEnabled val="1"/>
        </dgm:presLayoutVars>
      </dgm:prSet>
      <dgm:spPr/>
    </dgm:pt>
    <dgm:pt modelId="{9F417A7A-7A10-4B43-9E8A-9EBC94630657}" type="pres">
      <dgm:prSet presAssocID="{D036F9E0-1B23-43F6-B1FA-5144C3954BD1}" presName="descendantText" presStyleLbl="alignAcc1" presStyleIdx="5" presStyleCnt="6">
        <dgm:presLayoutVars>
          <dgm:bulletEnabled val="1"/>
        </dgm:presLayoutVars>
      </dgm:prSet>
      <dgm:spPr/>
    </dgm:pt>
  </dgm:ptLst>
  <dgm:cxnLst>
    <dgm:cxn modelId="{D8310A08-10DE-4A72-8870-D6FEF1E3A0DE}" srcId="{FED506D9-5671-440E-8339-F086321D2C33}" destId="{D036F9E0-1B23-43F6-B1FA-5144C3954BD1}" srcOrd="5" destOrd="0" parTransId="{E97E4D66-B04B-4F14-B166-18FFEFA95FCB}" sibTransId="{27A92533-6716-42F4-BFF0-594973DE8AB5}"/>
    <dgm:cxn modelId="{4E8C3014-1738-4417-8457-09BA9325104F}" srcId="{FED506D9-5671-440E-8339-F086321D2C33}" destId="{D15A1E9E-497B-4BF0-8E0C-CCCBBBF0DD8C}" srcOrd="4" destOrd="0" parTransId="{AD07F98F-D54C-4710-8CD4-8224C76B109A}" sibTransId="{05D82DDA-5D78-44CF-88D9-DBF9526A4349}"/>
    <dgm:cxn modelId="{90BD361A-2ABE-4C65-BD7E-72E46CC39F41}" type="presOf" srcId="{762DEFC6-D1AD-4E25-8E60-997F123B66FB}" destId="{69652438-8D6E-4F82-B0E0-7F1266C8BC78}" srcOrd="0" destOrd="0" presId="urn:microsoft.com/office/officeart/2005/8/layout/chevron2"/>
    <dgm:cxn modelId="{09FDAC28-4C63-4881-A782-EBD4F68F66EE}" type="presOf" srcId="{8307DD27-8DDA-4A1D-8BAA-878AA9DC2A98}" destId="{0364CE99-7B45-402A-8337-4EF29EBD0A6A}" srcOrd="0" destOrd="0" presId="urn:microsoft.com/office/officeart/2005/8/layout/chevron2"/>
    <dgm:cxn modelId="{226AF63C-F58C-4336-AE73-A265A1A668FD}" type="presOf" srcId="{C9F31274-441C-497B-8E40-C0B7FD8E3A88}" destId="{3261496F-A953-4195-8B09-3798DF0CAFB3}" srcOrd="0" destOrd="0" presId="urn:microsoft.com/office/officeart/2005/8/layout/chevron2"/>
    <dgm:cxn modelId="{CE80975C-4675-4094-A93F-7C21AEB2A2B3}" type="presOf" srcId="{80969A9D-9570-41C6-8729-FFB789B50B1C}" destId="{9F417A7A-7A10-4B43-9E8A-9EBC94630657}" srcOrd="0" destOrd="0" presId="urn:microsoft.com/office/officeart/2005/8/layout/chevron2"/>
    <dgm:cxn modelId="{606A006A-A541-459D-A011-46144D0A97CB}" type="presOf" srcId="{014FF540-E6BF-424A-A97D-C000B3611858}" destId="{F2CD7C32-8AAD-4120-ABF3-7DD85F7DEAE2}" srcOrd="0" destOrd="0" presId="urn:microsoft.com/office/officeart/2005/8/layout/chevron2"/>
    <dgm:cxn modelId="{B2E1F44E-0004-4CB6-8663-81EF4EA81EAB}" type="presOf" srcId="{DA488C20-336F-480C-A3E1-5C4735940A28}" destId="{3DC40B06-D95E-43C7-82A1-614AE83FAC84}" srcOrd="0" destOrd="0" presId="urn:microsoft.com/office/officeart/2005/8/layout/chevron2"/>
    <dgm:cxn modelId="{03A01970-E1DC-48DC-81D0-31479BD2FB46}" srcId="{64777E3A-E770-4A02-A0BC-3C72697CBA1F}" destId="{7568C62F-692E-4588-968C-629B6BED795A}" srcOrd="0" destOrd="0" parTransId="{E895C913-7333-42A0-ACFA-3BC80075CDC5}" sibTransId="{73A64E08-D459-4B32-94C0-B91B5FE74284}"/>
    <dgm:cxn modelId="{55AE2456-9FEE-4DD8-A53A-E3506B602747}" type="presOf" srcId="{D036F9E0-1B23-43F6-B1FA-5144C3954BD1}" destId="{7E5A1A64-B56F-47D3-8CCA-D48F2F599B2A}" srcOrd="0" destOrd="0" presId="urn:microsoft.com/office/officeart/2005/8/layout/chevron2"/>
    <dgm:cxn modelId="{AD9E9882-609D-4E59-81EC-7662C31AFC51}" srcId="{D036F9E0-1B23-43F6-B1FA-5144C3954BD1}" destId="{80969A9D-9570-41C6-8729-FFB789B50B1C}" srcOrd="0" destOrd="0" parTransId="{8A44B493-9174-441B-973C-0883E1EBB2FD}" sibTransId="{1BDE0C0A-BA12-46B3-AF52-7316DBEF0EDC}"/>
    <dgm:cxn modelId="{CCB27285-3154-423D-A882-91999C24535B}" srcId="{FED506D9-5671-440E-8339-F086321D2C33}" destId="{DA488C20-336F-480C-A3E1-5C4735940A28}" srcOrd="1" destOrd="0" parTransId="{E5EB8C1C-AF2B-4A2B-A441-B04BCF719857}" sibTransId="{5CB82A62-C94F-48DF-BD1F-7723A0DD5AC8}"/>
    <dgm:cxn modelId="{0776A79D-7228-4D21-A5D0-05E29A7022AA}" srcId="{8307DD27-8DDA-4A1D-8BAA-878AA9DC2A98}" destId="{DD0C3EEF-A47F-4DBE-8C93-DC2702C9A614}" srcOrd="0" destOrd="0" parTransId="{7D4E35E7-4CDA-4235-9FCA-9E2BBF23F7F5}" sibTransId="{006B6F39-FB81-4A53-939D-E48A2F21FA71}"/>
    <dgm:cxn modelId="{6B2384AA-9941-4F87-863F-5A6B6802BBEA}" type="presOf" srcId="{D15A1E9E-497B-4BF0-8E0C-CCCBBBF0DD8C}" destId="{49926388-AECE-440B-A0BA-2036CA15BCAD}" srcOrd="0" destOrd="0" presId="urn:microsoft.com/office/officeart/2005/8/layout/chevron2"/>
    <dgm:cxn modelId="{6F597DAB-4543-4796-A22A-9DA93333E843}" type="presOf" srcId="{7568C62F-692E-4588-968C-629B6BED795A}" destId="{FF7AC368-2E8F-4AB8-A511-DF888A21A120}" srcOrd="0" destOrd="0" presId="urn:microsoft.com/office/officeart/2005/8/layout/chevron2"/>
    <dgm:cxn modelId="{791FE0B0-013D-4304-AE9F-39030841AEF3}" srcId="{FED506D9-5671-440E-8339-F086321D2C33}" destId="{64777E3A-E770-4A02-A0BC-3C72697CBA1F}" srcOrd="0" destOrd="0" parTransId="{F57D0165-D63A-4DD0-B7D1-F322104ABB0B}" sibTransId="{E38AA37B-2EDB-4A29-A31B-A36BD49A5400}"/>
    <dgm:cxn modelId="{50E525B5-4B44-4DA9-8494-4C569451B96F}" type="presOf" srcId="{FED506D9-5671-440E-8339-F086321D2C33}" destId="{84F7AFC5-6694-433C-BEFD-8FE57E877D30}" srcOrd="0" destOrd="0" presId="urn:microsoft.com/office/officeart/2005/8/layout/chevron2"/>
    <dgm:cxn modelId="{651B20BE-C890-4549-956C-B14C2F5F2C31}" type="presOf" srcId="{DD0C3EEF-A47F-4DBE-8C93-DC2702C9A614}" destId="{D8947A34-65B8-464E-B866-6E4C8FDB8072}" srcOrd="0" destOrd="0" presId="urn:microsoft.com/office/officeart/2005/8/layout/chevron2"/>
    <dgm:cxn modelId="{8B0F84BE-8B8A-4110-830D-7E9F3D8EA136}" srcId="{C65734F8-1974-4FC5-AB13-E79B309D75ED}" destId="{C9F31274-441C-497B-8E40-C0B7FD8E3A88}" srcOrd="0" destOrd="0" parTransId="{532C3201-4D12-4B63-9229-0547024D4D2C}" sibTransId="{3B085496-2919-41B5-9BBA-714D9232806B}"/>
    <dgm:cxn modelId="{A790BAC1-30DB-45A9-88A2-808049C8CE35}" type="presOf" srcId="{C65734F8-1974-4FC5-AB13-E79B309D75ED}" destId="{CBA3E649-6C37-4B03-952B-68724EA88CA4}" srcOrd="0" destOrd="0" presId="urn:microsoft.com/office/officeart/2005/8/layout/chevron2"/>
    <dgm:cxn modelId="{B4FDAECB-A663-4640-9B37-3DA4415C4BE8}" srcId="{DA488C20-336F-480C-A3E1-5C4735940A28}" destId="{014FF540-E6BF-424A-A97D-C000B3611858}" srcOrd="0" destOrd="0" parTransId="{338E3096-02C0-4A1A-AE40-CFD9CA5DE43D}" sibTransId="{ED9F3DD7-3635-4B9A-8626-033643BDBA5C}"/>
    <dgm:cxn modelId="{26F7A0D6-62D1-44F0-9DCD-AEE6D1DAF602}" srcId="{FED506D9-5671-440E-8339-F086321D2C33}" destId="{C65734F8-1974-4FC5-AB13-E79B309D75ED}" srcOrd="3" destOrd="0" parTransId="{9E888119-0C58-4F00-AB09-104A5BFCA7FD}" sibTransId="{068FCD5B-BFE0-463E-9787-7F1FD6242706}"/>
    <dgm:cxn modelId="{6FD51FDF-A644-485E-9556-66979A315FDD}" srcId="{D15A1E9E-497B-4BF0-8E0C-CCCBBBF0DD8C}" destId="{762DEFC6-D1AD-4E25-8E60-997F123B66FB}" srcOrd="0" destOrd="0" parTransId="{AC5EA2B9-CC6E-400C-91AA-D56507D8DA19}" sibTransId="{4C5FFB10-E5D8-46E4-A552-9D2F33FF10B8}"/>
    <dgm:cxn modelId="{37F545E4-D661-4928-9A10-A1B964574F4E}" srcId="{FED506D9-5671-440E-8339-F086321D2C33}" destId="{8307DD27-8DDA-4A1D-8BAA-878AA9DC2A98}" srcOrd="2" destOrd="0" parTransId="{BA5A1E33-6D03-413E-BC70-068C05A018ED}" sibTransId="{37559107-D044-4E0D-BA09-C4ED34F33F85}"/>
    <dgm:cxn modelId="{7C6F2BFC-12F4-4969-B820-87EB4BDD5C66}" type="presOf" srcId="{64777E3A-E770-4A02-A0BC-3C72697CBA1F}" destId="{BF9E2F7A-89B6-46C3-99C9-B6FEE30F011E}" srcOrd="0" destOrd="0" presId="urn:microsoft.com/office/officeart/2005/8/layout/chevron2"/>
    <dgm:cxn modelId="{DEA4B0DA-80A0-43BD-9C4F-7CF01E8B4557}" type="presParOf" srcId="{84F7AFC5-6694-433C-BEFD-8FE57E877D30}" destId="{AF7308A5-50DE-4D30-9AD5-319A9F04613F}" srcOrd="0" destOrd="0" presId="urn:microsoft.com/office/officeart/2005/8/layout/chevron2"/>
    <dgm:cxn modelId="{D7375D40-B0B4-4EEC-8B08-65146C240BB2}" type="presParOf" srcId="{AF7308A5-50DE-4D30-9AD5-319A9F04613F}" destId="{BF9E2F7A-89B6-46C3-99C9-B6FEE30F011E}" srcOrd="0" destOrd="0" presId="urn:microsoft.com/office/officeart/2005/8/layout/chevron2"/>
    <dgm:cxn modelId="{AE44E85D-A57A-4C88-AF47-D03A1B7D91D3}" type="presParOf" srcId="{AF7308A5-50DE-4D30-9AD5-319A9F04613F}" destId="{FF7AC368-2E8F-4AB8-A511-DF888A21A120}" srcOrd="1" destOrd="0" presId="urn:microsoft.com/office/officeart/2005/8/layout/chevron2"/>
    <dgm:cxn modelId="{B97B1DCF-796C-44BC-8C56-920635273546}" type="presParOf" srcId="{84F7AFC5-6694-433C-BEFD-8FE57E877D30}" destId="{9CBF3C2E-3A4F-492F-A5A2-7FDB986D7F8B}" srcOrd="1" destOrd="0" presId="urn:microsoft.com/office/officeart/2005/8/layout/chevron2"/>
    <dgm:cxn modelId="{4F2475F6-D715-4E91-80C7-0C9F83FCFE79}" type="presParOf" srcId="{84F7AFC5-6694-433C-BEFD-8FE57E877D30}" destId="{7D2B3DF9-E760-47F0-A4DA-68B5EB4C362E}" srcOrd="2" destOrd="0" presId="urn:microsoft.com/office/officeart/2005/8/layout/chevron2"/>
    <dgm:cxn modelId="{9AAFD79B-5829-4DA9-BE47-B44083BC51D0}" type="presParOf" srcId="{7D2B3DF9-E760-47F0-A4DA-68B5EB4C362E}" destId="{3DC40B06-D95E-43C7-82A1-614AE83FAC84}" srcOrd="0" destOrd="0" presId="urn:microsoft.com/office/officeart/2005/8/layout/chevron2"/>
    <dgm:cxn modelId="{6B5566EE-9235-45C4-BB57-7E2B3FAF3A06}" type="presParOf" srcId="{7D2B3DF9-E760-47F0-A4DA-68B5EB4C362E}" destId="{F2CD7C32-8AAD-4120-ABF3-7DD85F7DEAE2}" srcOrd="1" destOrd="0" presId="urn:microsoft.com/office/officeart/2005/8/layout/chevron2"/>
    <dgm:cxn modelId="{4DC7103A-9713-46A9-9763-1A47C68A0523}" type="presParOf" srcId="{84F7AFC5-6694-433C-BEFD-8FE57E877D30}" destId="{66DAD4E7-6790-44AC-B0DE-BE77E711F236}" srcOrd="3" destOrd="0" presId="urn:microsoft.com/office/officeart/2005/8/layout/chevron2"/>
    <dgm:cxn modelId="{8565F5E9-5DC6-45BD-9E5F-5B3AB7E019F4}" type="presParOf" srcId="{84F7AFC5-6694-433C-BEFD-8FE57E877D30}" destId="{44623CE8-63DD-4D23-8423-91F7839A0A9A}" srcOrd="4" destOrd="0" presId="urn:microsoft.com/office/officeart/2005/8/layout/chevron2"/>
    <dgm:cxn modelId="{032F22C8-FF5E-4844-B7BE-E4F68CBA6619}" type="presParOf" srcId="{44623CE8-63DD-4D23-8423-91F7839A0A9A}" destId="{0364CE99-7B45-402A-8337-4EF29EBD0A6A}" srcOrd="0" destOrd="0" presId="urn:microsoft.com/office/officeart/2005/8/layout/chevron2"/>
    <dgm:cxn modelId="{3E66673A-223C-4A98-91B2-2B327EB6D2BB}" type="presParOf" srcId="{44623CE8-63DD-4D23-8423-91F7839A0A9A}" destId="{D8947A34-65B8-464E-B866-6E4C8FDB8072}" srcOrd="1" destOrd="0" presId="urn:microsoft.com/office/officeart/2005/8/layout/chevron2"/>
    <dgm:cxn modelId="{D830DD17-D169-43FB-9D1B-F31A0C34A278}" type="presParOf" srcId="{84F7AFC5-6694-433C-BEFD-8FE57E877D30}" destId="{01CCB0C4-34A1-4112-825F-B7D62206D7AE}" srcOrd="5" destOrd="0" presId="urn:microsoft.com/office/officeart/2005/8/layout/chevron2"/>
    <dgm:cxn modelId="{B34DC567-905B-416B-8681-73A31ED7234A}" type="presParOf" srcId="{84F7AFC5-6694-433C-BEFD-8FE57E877D30}" destId="{100860F0-DB00-4E02-AF4A-C35829E4B5F0}" srcOrd="6" destOrd="0" presId="urn:microsoft.com/office/officeart/2005/8/layout/chevron2"/>
    <dgm:cxn modelId="{CAB5A9F8-80BB-4D25-8CA3-5553BE0F3541}" type="presParOf" srcId="{100860F0-DB00-4E02-AF4A-C35829E4B5F0}" destId="{CBA3E649-6C37-4B03-952B-68724EA88CA4}" srcOrd="0" destOrd="0" presId="urn:microsoft.com/office/officeart/2005/8/layout/chevron2"/>
    <dgm:cxn modelId="{FC342DCC-C50D-4BC3-AEAC-8CAF559A7855}" type="presParOf" srcId="{100860F0-DB00-4E02-AF4A-C35829E4B5F0}" destId="{3261496F-A953-4195-8B09-3798DF0CAFB3}" srcOrd="1" destOrd="0" presId="urn:microsoft.com/office/officeart/2005/8/layout/chevron2"/>
    <dgm:cxn modelId="{4825B563-E7FF-4832-86DC-B57813840ED5}" type="presParOf" srcId="{84F7AFC5-6694-433C-BEFD-8FE57E877D30}" destId="{FA73CD26-D2A3-417D-B9CD-663DE52CA533}" srcOrd="7" destOrd="0" presId="urn:microsoft.com/office/officeart/2005/8/layout/chevron2"/>
    <dgm:cxn modelId="{54999E1B-7CE0-44F0-8C1E-AD3231B8E8E3}" type="presParOf" srcId="{84F7AFC5-6694-433C-BEFD-8FE57E877D30}" destId="{CCE921AA-1139-40A2-9F4E-33280934F299}" srcOrd="8" destOrd="0" presId="urn:microsoft.com/office/officeart/2005/8/layout/chevron2"/>
    <dgm:cxn modelId="{2AFDDAC8-8B62-4406-A4B9-BFB798415597}" type="presParOf" srcId="{CCE921AA-1139-40A2-9F4E-33280934F299}" destId="{49926388-AECE-440B-A0BA-2036CA15BCAD}" srcOrd="0" destOrd="0" presId="urn:microsoft.com/office/officeart/2005/8/layout/chevron2"/>
    <dgm:cxn modelId="{041F383C-3943-4F2D-B4B6-B23885C9DA83}" type="presParOf" srcId="{CCE921AA-1139-40A2-9F4E-33280934F299}" destId="{69652438-8D6E-4F82-B0E0-7F1266C8BC78}" srcOrd="1" destOrd="0" presId="urn:microsoft.com/office/officeart/2005/8/layout/chevron2"/>
    <dgm:cxn modelId="{A9ED0143-D3EA-4AB0-AE91-5A022D82EB0B}" type="presParOf" srcId="{84F7AFC5-6694-433C-BEFD-8FE57E877D30}" destId="{3162C54B-B2C0-4BF7-894E-8447346ABA44}" srcOrd="9" destOrd="0" presId="urn:microsoft.com/office/officeart/2005/8/layout/chevron2"/>
    <dgm:cxn modelId="{128DA608-0F48-4C69-A24F-C8AC41FBBCF6}" type="presParOf" srcId="{84F7AFC5-6694-433C-BEFD-8FE57E877D30}" destId="{D86C0087-AE8F-4934-846D-5CDD20CB65AA}" srcOrd="10" destOrd="0" presId="urn:microsoft.com/office/officeart/2005/8/layout/chevron2"/>
    <dgm:cxn modelId="{30166617-F853-48B8-B834-BC7D4DA54C73}" type="presParOf" srcId="{D86C0087-AE8F-4934-846D-5CDD20CB65AA}" destId="{7E5A1A64-B56F-47D3-8CCA-D48F2F599B2A}" srcOrd="0" destOrd="0" presId="urn:microsoft.com/office/officeart/2005/8/layout/chevron2"/>
    <dgm:cxn modelId="{1A2F58EB-E5B1-45EE-921B-35F95342C8B6}" type="presParOf" srcId="{D86C0087-AE8F-4934-846D-5CDD20CB65AA}" destId="{9F417A7A-7A10-4B43-9E8A-9EBC9463065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9E2F7A-89B6-46C3-99C9-B6FEE30F011E}">
      <dsp:nvSpPr>
        <dsp:cNvPr id="0" name=""/>
        <dsp:cNvSpPr/>
      </dsp:nvSpPr>
      <dsp:spPr>
        <a:xfrm rot="5400000">
          <a:off x="-127831" y="129741"/>
          <a:ext cx="852206" cy="59654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1</a:t>
          </a:r>
          <a:endParaRPr lang="en-IN" sz="1600" kern="1200" dirty="0"/>
        </a:p>
      </dsp:txBody>
      <dsp:txXfrm rot="-5400000">
        <a:off x="0" y="300182"/>
        <a:ext cx="596544" cy="255662"/>
      </dsp:txXfrm>
    </dsp:sp>
    <dsp:sp modelId="{FF7AC368-2E8F-4AB8-A511-DF888A21A120}">
      <dsp:nvSpPr>
        <dsp:cNvPr id="0" name=""/>
        <dsp:cNvSpPr/>
      </dsp:nvSpPr>
      <dsp:spPr>
        <a:xfrm rot="5400000">
          <a:off x="4085305" y="-3486849"/>
          <a:ext cx="553934" cy="75314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3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Image Input</a:t>
          </a:r>
        </a:p>
      </dsp:txBody>
      <dsp:txXfrm rot="-5400000">
        <a:off x="596545" y="28952"/>
        <a:ext cx="7504414" cy="499852"/>
      </dsp:txXfrm>
    </dsp:sp>
    <dsp:sp modelId="{3DC40B06-D95E-43C7-82A1-614AE83FAC84}">
      <dsp:nvSpPr>
        <dsp:cNvPr id="0" name=""/>
        <dsp:cNvSpPr/>
      </dsp:nvSpPr>
      <dsp:spPr>
        <a:xfrm rot="5400000">
          <a:off x="-127831" y="883208"/>
          <a:ext cx="852206" cy="596544"/>
        </a:xfrm>
        <a:prstGeom prst="chevron">
          <a:avLst/>
        </a:prstGeom>
        <a:solidFill>
          <a:schemeClr val="accent3">
            <a:hueOff val="-1524150"/>
            <a:satOff val="9231"/>
            <a:lumOff val="-1255"/>
            <a:alphaOff val="0"/>
          </a:schemeClr>
        </a:solidFill>
        <a:ln w="12700" cap="flat" cmpd="sng" algn="ctr">
          <a:solidFill>
            <a:schemeClr val="accent3">
              <a:hueOff val="-1524150"/>
              <a:satOff val="9231"/>
              <a:lumOff val="-12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2</a:t>
          </a:r>
          <a:endParaRPr lang="en-IN" sz="1600" kern="1200" dirty="0"/>
        </a:p>
      </dsp:txBody>
      <dsp:txXfrm rot="-5400000">
        <a:off x="0" y="1053649"/>
        <a:ext cx="596544" cy="255662"/>
      </dsp:txXfrm>
    </dsp:sp>
    <dsp:sp modelId="{F2CD7C32-8AAD-4120-ABF3-7DD85F7DEAE2}">
      <dsp:nvSpPr>
        <dsp:cNvPr id="0" name=""/>
        <dsp:cNvSpPr/>
      </dsp:nvSpPr>
      <dsp:spPr>
        <a:xfrm rot="5400000">
          <a:off x="4085305" y="-2733382"/>
          <a:ext cx="553934" cy="75314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-1524150"/>
              <a:satOff val="9231"/>
              <a:lumOff val="-12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3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Image Preprocessing</a:t>
          </a:r>
        </a:p>
      </dsp:txBody>
      <dsp:txXfrm rot="-5400000">
        <a:off x="596545" y="782419"/>
        <a:ext cx="7504414" cy="499852"/>
      </dsp:txXfrm>
    </dsp:sp>
    <dsp:sp modelId="{0364CE99-7B45-402A-8337-4EF29EBD0A6A}">
      <dsp:nvSpPr>
        <dsp:cNvPr id="0" name=""/>
        <dsp:cNvSpPr/>
      </dsp:nvSpPr>
      <dsp:spPr>
        <a:xfrm rot="5400000">
          <a:off x="-127831" y="1636675"/>
          <a:ext cx="852206" cy="596544"/>
        </a:xfrm>
        <a:prstGeom prst="chevron">
          <a:avLst/>
        </a:prstGeom>
        <a:solidFill>
          <a:schemeClr val="accent3">
            <a:hueOff val="-3048300"/>
            <a:satOff val="18462"/>
            <a:lumOff val="-2510"/>
            <a:alphaOff val="0"/>
          </a:schemeClr>
        </a:solidFill>
        <a:ln w="12700" cap="flat" cmpd="sng" algn="ctr">
          <a:solidFill>
            <a:schemeClr val="accent3">
              <a:hueOff val="-3048300"/>
              <a:satOff val="18462"/>
              <a:lumOff val="-25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</a:t>
          </a:r>
          <a:endParaRPr lang="en-IN" sz="1600" kern="1200" dirty="0"/>
        </a:p>
      </dsp:txBody>
      <dsp:txXfrm rot="-5400000">
        <a:off x="0" y="1807116"/>
        <a:ext cx="596544" cy="255662"/>
      </dsp:txXfrm>
    </dsp:sp>
    <dsp:sp modelId="{D8947A34-65B8-464E-B866-6E4C8FDB8072}">
      <dsp:nvSpPr>
        <dsp:cNvPr id="0" name=""/>
        <dsp:cNvSpPr/>
      </dsp:nvSpPr>
      <dsp:spPr>
        <a:xfrm rot="5400000">
          <a:off x="4085305" y="-1979915"/>
          <a:ext cx="553934" cy="75314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-3048300"/>
              <a:satOff val="18462"/>
              <a:lumOff val="-25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3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Vehicle Classification using MobileNetV2</a:t>
          </a:r>
        </a:p>
      </dsp:txBody>
      <dsp:txXfrm rot="-5400000">
        <a:off x="596545" y="1535886"/>
        <a:ext cx="7504414" cy="499852"/>
      </dsp:txXfrm>
    </dsp:sp>
    <dsp:sp modelId="{CBA3E649-6C37-4B03-952B-68724EA88CA4}">
      <dsp:nvSpPr>
        <dsp:cNvPr id="0" name=""/>
        <dsp:cNvSpPr/>
      </dsp:nvSpPr>
      <dsp:spPr>
        <a:xfrm rot="5400000">
          <a:off x="-127831" y="2390142"/>
          <a:ext cx="852206" cy="596544"/>
        </a:xfrm>
        <a:prstGeom prst="chevron">
          <a:avLst/>
        </a:prstGeom>
        <a:solidFill>
          <a:schemeClr val="accent3">
            <a:hueOff val="-4572450"/>
            <a:satOff val="27694"/>
            <a:lumOff val="-3765"/>
            <a:alphaOff val="0"/>
          </a:schemeClr>
        </a:solidFill>
        <a:ln w="12700" cap="flat" cmpd="sng" algn="ctr">
          <a:solidFill>
            <a:schemeClr val="accent3">
              <a:hueOff val="-4572450"/>
              <a:satOff val="27694"/>
              <a:lumOff val="-3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4</a:t>
          </a:r>
          <a:endParaRPr lang="en-IN" sz="1600" kern="1200" dirty="0"/>
        </a:p>
      </dsp:txBody>
      <dsp:txXfrm rot="-5400000">
        <a:off x="0" y="2560583"/>
        <a:ext cx="596544" cy="255662"/>
      </dsp:txXfrm>
    </dsp:sp>
    <dsp:sp modelId="{3261496F-A953-4195-8B09-3798DF0CAFB3}">
      <dsp:nvSpPr>
        <dsp:cNvPr id="0" name=""/>
        <dsp:cNvSpPr/>
      </dsp:nvSpPr>
      <dsp:spPr>
        <a:xfrm rot="5400000">
          <a:off x="4085305" y="-1226448"/>
          <a:ext cx="553934" cy="75314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-4572450"/>
              <a:satOff val="27694"/>
              <a:lumOff val="-3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3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Assign Emission Factors</a:t>
          </a:r>
        </a:p>
      </dsp:txBody>
      <dsp:txXfrm rot="-5400000">
        <a:off x="596545" y="2289353"/>
        <a:ext cx="7504414" cy="499852"/>
      </dsp:txXfrm>
    </dsp:sp>
    <dsp:sp modelId="{49926388-AECE-440B-A0BA-2036CA15BCAD}">
      <dsp:nvSpPr>
        <dsp:cNvPr id="0" name=""/>
        <dsp:cNvSpPr/>
      </dsp:nvSpPr>
      <dsp:spPr>
        <a:xfrm rot="5400000">
          <a:off x="-127831" y="3143609"/>
          <a:ext cx="852206" cy="596544"/>
        </a:xfrm>
        <a:prstGeom prst="chevron">
          <a:avLst/>
        </a:prstGeom>
        <a:solidFill>
          <a:schemeClr val="accent3">
            <a:hueOff val="-6096600"/>
            <a:satOff val="36925"/>
            <a:lumOff val="-5020"/>
            <a:alphaOff val="0"/>
          </a:schemeClr>
        </a:solidFill>
        <a:ln w="12700" cap="flat" cmpd="sng" algn="ctr">
          <a:solidFill>
            <a:schemeClr val="accent3">
              <a:hueOff val="-6096600"/>
              <a:satOff val="36925"/>
              <a:lumOff val="-502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5</a:t>
          </a:r>
          <a:endParaRPr lang="en-IN" sz="1600" kern="1200" dirty="0"/>
        </a:p>
      </dsp:txBody>
      <dsp:txXfrm rot="-5400000">
        <a:off x="0" y="3314050"/>
        <a:ext cx="596544" cy="255662"/>
      </dsp:txXfrm>
    </dsp:sp>
    <dsp:sp modelId="{69652438-8D6E-4F82-B0E0-7F1266C8BC78}">
      <dsp:nvSpPr>
        <dsp:cNvPr id="0" name=""/>
        <dsp:cNvSpPr/>
      </dsp:nvSpPr>
      <dsp:spPr>
        <a:xfrm rot="5400000">
          <a:off x="4085305" y="-472981"/>
          <a:ext cx="553934" cy="75314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-6096600"/>
              <a:satOff val="36925"/>
              <a:lumOff val="-502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3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CO₂ Emission Calculation</a:t>
          </a:r>
        </a:p>
      </dsp:txBody>
      <dsp:txXfrm rot="-5400000">
        <a:off x="596545" y="3042820"/>
        <a:ext cx="7504414" cy="499852"/>
      </dsp:txXfrm>
    </dsp:sp>
    <dsp:sp modelId="{7E5A1A64-B56F-47D3-8CCA-D48F2F599B2A}">
      <dsp:nvSpPr>
        <dsp:cNvPr id="0" name=""/>
        <dsp:cNvSpPr/>
      </dsp:nvSpPr>
      <dsp:spPr>
        <a:xfrm rot="5400000">
          <a:off x="-127831" y="3897076"/>
          <a:ext cx="852206" cy="596544"/>
        </a:xfrm>
        <a:prstGeom prst="chevron">
          <a:avLst/>
        </a:prstGeom>
        <a:solidFill>
          <a:schemeClr val="accent3">
            <a:hueOff val="-7620750"/>
            <a:satOff val="46156"/>
            <a:lumOff val="-6275"/>
            <a:alphaOff val="0"/>
          </a:schemeClr>
        </a:solidFill>
        <a:ln w="12700" cap="flat" cmpd="sng" algn="ctr">
          <a:solidFill>
            <a:schemeClr val="accent3">
              <a:hueOff val="-7620750"/>
              <a:satOff val="46156"/>
              <a:lumOff val="-62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6</a:t>
          </a:r>
          <a:endParaRPr lang="en-IN" sz="1600" kern="1200" dirty="0"/>
        </a:p>
      </dsp:txBody>
      <dsp:txXfrm rot="-5400000">
        <a:off x="0" y="4067517"/>
        <a:ext cx="596544" cy="255662"/>
      </dsp:txXfrm>
    </dsp:sp>
    <dsp:sp modelId="{9F417A7A-7A10-4B43-9E8A-9EBC94630657}">
      <dsp:nvSpPr>
        <dsp:cNvPr id="0" name=""/>
        <dsp:cNvSpPr/>
      </dsp:nvSpPr>
      <dsp:spPr>
        <a:xfrm rot="5400000">
          <a:off x="4085305" y="280485"/>
          <a:ext cx="553934" cy="75314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-7620750"/>
              <a:satOff val="46156"/>
              <a:lumOff val="-62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3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Result Visualization</a:t>
          </a:r>
        </a:p>
      </dsp:txBody>
      <dsp:txXfrm rot="-5400000">
        <a:off x="596545" y="3796287"/>
        <a:ext cx="7504414" cy="4998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35654-EF29-4560-ACF1-0952EEA0D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5BA23A-6E38-4FD5-B5B1-570E3DE088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035EA-E070-4EE0-9E11-830B9E587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C1CDA-3054-4B11-9A76-1D84288D658E}" type="datetimeFigureOut">
              <a:rPr lang="en-IN" smtClean="0"/>
              <a:t>17-04-2026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F05EF-9428-4448-BBCA-D6B6CA1CA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245CB-5F51-479B-A28B-E44C32364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71BC-6F33-49EF-AAFA-FB1C24E53E5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3483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C4B3B-D92E-4D7F-BEC6-430546DA1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02300-092F-427F-90EE-5696FBA66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EB9A4-5609-4AEB-B3B2-65C6723AA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C1CDA-3054-4B11-9A76-1D84288D658E}" type="datetimeFigureOut">
              <a:rPr lang="en-IN" smtClean="0"/>
              <a:t>17-04-2026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32A8C-816A-4123-9853-848419A28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2B014-8277-46EB-97F2-9AD9B73EA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71BC-6F33-49EF-AAFA-FB1C24E53E5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5526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13A55-C053-4C73-A954-179450F07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8D584-87C6-4656-8698-B576BE6A3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BE9BE-BE9A-4A21-A457-4DA1AE322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C1CDA-3054-4B11-9A76-1D84288D658E}" type="datetimeFigureOut">
              <a:rPr lang="en-IN" smtClean="0"/>
              <a:t>17-04-2026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4DD9B-7A62-4FC4-AC7B-0D0A333F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B8D63-E399-459A-B2A8-424F4D51D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71BC-6F33-49EF-AAFA-FB1C24E53E5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6514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DE617-4F1A-4092-8BBB-2A87604D2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98F62-098D-469A-BD89-AE6B543F6F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3FAB97-4B8A-4904-9594-65FC2BEB7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F356CB-DE4B-4C53-832D-2115F5247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C1CDA-3054-4B11-9A76-1D84288D658E}" type="datetimeFigureOut">
              <a:rPr lang="en-IN" smtClean="0"/>
              <a:t>17-04-2026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AD198-94AB-49A1-BFAF-905980ED6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96FD5-5D45-48B4-A998-3B660D03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71BC-6F33-49EF-AAFA-FB1C24E53E5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1496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E1E92-070A-4313-B1E6-FC1B59CA4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CC330-BE18-4536-B11A-A16FC185F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2D67E-4E50-4C37-8000-FFEEF00BD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B8D2E-7F8F-41A9-8B77-8FCACCAD3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0F957E-7AFB-482C-B66E-55918252E5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F33B77-8EC2-4690-BE9B-F63B34BE5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C1CDA-3054-4B11-9A76-1D84288D658E}" type="datetimeFigureOut">
              <a:rPr lang="en-IN" smtClean="0"/>
              <a:t>17-04-2026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BD1903-9E84-498A-914B-7453EAAAF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C8F3B0-4549-4DF7-9C66-8D9632A22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71BC-6F33-49EF-AAFA-FB1C24E53E5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6224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B2A7F-76A5-4D04-8675-8B94DA7E7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0A14ED-BED3-4162-B54A-147C4D5DC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C1CDA-3054-4B11-9A76-1D84288D658E}" type="datetimeFigureOut">
              <a:rPr lang="en-IN" smtClean="0"/>
              <a:t>17-04-2026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C557EE-F4EF-4410-A390-F853C4B25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5C20A-EA03-4A7E-B616-54441819A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71BC-6F33-49EF-AAFA-FB1C24E53E5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1309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758E4F-2C99-475B-94DF-604E8DAEC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C1CDA-3054-4B11-9A76-1D84288D658E}" type="datetimeFigureOut">
              <a:rPr lang="en-IN" smtClean="0"/>
              <a:t>17-04-2026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BFFD86-EE48-41C7-BBFE-6480AA4DA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90488-722E-4DD8-8018-688C76EEE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71BC-6F33-49EF-AAFA-FB1C24E53E5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0458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98264-FD87-44A3-A08E-D3464D08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D1E9A-B4F7-43B4-8577-F40E24B5B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5F646-F0E6-4794-A7AE-0B20FA98F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83E1F-ED94-492D-B033-F328D943A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C1CDA-3054-4B11-9A76-1D84288D658E}" type="datetimeFigureOut">
              <a:rPr lang="en-IN" smtClean="0"/>
              <a:t>17-04-2026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B2BD2-0984-4C13-9B19-080F409AB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ACFCF-E7F0-4F6F-B714-3E9AE6AE4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71BC-6F33-49EF-AAFA-FB1C24E53E5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7844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886E0-1766-4088-B92F-FA112BA91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20F512-3CB1-4161-9A50-D7279CCFCD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B70947-90DF-4819-BF34-F181E138D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9902F-3026-4F8E-BA58-0C11A239A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C1CDA-3054-4B11-9A76-1D84288D658E}" type="datetimeFigureOut">
              <a:rPr lang="en-IN" smtClean="0"/>
              <a:t>17-04-2026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D578E-1124-425C-AC57-2ACA47D0A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2F69E-2F52-42A5-806C-085FFC89E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71BC-6F33-49EF-AAFA-FB1C24E53E5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3402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2F4A6-36B8-49A4-B984-BECA84B18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C383D-4F87-4A30-BD97-C04A29CA5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9224E-BA95-41F2-BCA5-65C6627E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C1CDA-3054-4B11-9A76-1D84288D658E}" type="datetimeFigureOut">
              <a:rPr lang="en-IN" smtClean="0"/>
              <a:t>17-04-2026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45436-35DA-4BA1-9EE2-9A48574E2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A628F-7B18-4C37-952F-CC8144EC9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71BC-6F33-49EF-AAFA-FB1C24E53E5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1872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6DA39A-F8C8-4701-8EBA-005DB03DFB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336851-E6A9-443F-A6CB-1B4AF3889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FEE34-318E-4746-86A9-C9F885A14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C1CDA-3054-4B11-9A76-1D84288D658E}" type="datetimeFigureOut">
              <a:rPr lang="en-IN" smtClean="0"/>
              <a:t>17-04-2026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3E93F-E51B-4AA2-8F67-91668C4CA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3DA20-3580-4A55-A648-76504E955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71BC-6F33-49EF-AAFA-FB1C24E53E5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3152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13104B-D4DC-47BC-A46B-B40B6BA25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68B2A-485F-4BAE-A7B0-D99F1331B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27791-5D38-4684-AFF4-46C59D433D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C1CDA-3054-4B11-9A76-1D84288D658E}" type="datetimeFigureOut">
              <a:rPr lang="en-IN" smtClean="0"/>
              <a:t>17-04-2026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2A6FA-1353-4274-9E40-AF6977C02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00BB1-1567-4567-8647-086394861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671BC-6F33-49EF-AAFA-FB1C24E53E5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0920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microsoft.com/office/2007/relationships/diagramDrawing" Target="../diagrams/drawing2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12" Type="http://schemas.openxmlformats.org/officeDocument/2006/relationships/diagramColors" Target="../diagrams/colors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openxmlformats.org/officeDocument/2006/relationships/diagramQuickStyle" Target="../diagrams/quickStyle2.xml"/><Relationship Id="rId5" Type="http://schemas.openxmlformats.org/officeDocument/2006/relationships/diagramColors" Target="../diagrams/colors1.xml"/><Relationship Id="rId10" Type="http://schemas.openxmlformats.org/officeDocument/2006/relationships/diagramLayout" Target="../diagrams/layout2.xml"/><Relationship Id="rId4" Type="http://schemas.openxmlformats.org/officeDocument/2006/relationships/diagramQuickStyle" Target="../diagrams/quickStyle1.xml"/><Relationship Id="rId9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microsoft.com/office/2007/relationships/hdphoto" Target="../media/hdphoto1.wdp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land vehicle, car, outdoor, wheel&#10;&#10;Description automatically generated">
            <a:extLst>
              <a:ext uri="{FF2B5EF4-FFF2-40B4-BE49-F238E27FC236}">
                <a16:creationId xmlns:a16="http://schemas.microsoft.com/office/drawing/2014/main" id="{278EB5D1-6EB7-2C92-103F-39EF33ED36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390"/>
          <a:stretch/>
        </p:blipFill>
        <p:spPr>
          <a:xfrm>
            <a:off x="0" y="0"/>
            <a:ext cx="7907706" cy="68853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AF07C73-21A3-BEDF-1E29-6BBFD587591B}"/>
              </a:ext>
            </a:extLst>
          </p:cNvPr>
          <p:cNvSpPr/>
          <p:nvPr/>
        </p:nvSpPr>
        <p:spPr>
          <a:xfrm>
            <a:off x="5995925" y="0"/>
            <a:ext cx="6196075" cy="6858000"/>
          </a:xfrm>
          <a:prstGeom prst="rect">
            <a:avLst/>
          </a:prstGeom>
          <a:solidFill>
            <a:srgbClr val="B93E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1FBCF8-FECA-07A8-FF9B-BE503157A4AD}"/>
              </a:ext>
            </a:extLst>
          </p:cNvPr>
          <p:cNvSpPr/>
          <p:nvPr/>
        </p:nvSpPr>
        <p:spPr>
          <a:xfrm>
            <a:off x="7393530" y="1657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28C39B7-F748-C749-EA3D-F967D479AF14}"/>
              </a:ext>
            </a:extLst>
          </p:cNvPr>
          <p:cNvGrpSpPr/>
          <p:nvPr/>
        </p:nvGrpSpPr>
        <p:grpSpPr>
          <a:xfrm>
            <a:off x="7621089" y="322461"/>
            <a:ext cx="4218482" cy="664378"/>
            <a:chOff x="2375536" y="1112060"/>
            <a:chExt cx="5261230" cy="828603"/>
          </a:xfrm>
        </p:grpSpPr>
        <p:pic>
          <p:nvPicPr>
            <p:cNvPr id="8" name="Picture 7" descr="A close up of a logo&#10;&#10;Description automatically generated">
              <a:extLst>
                <a:ext uri="{FF2B5EF4-FFF2-40B4-BE49-F238E27FC236}">
                  <a16:creationId xmlns:a16="http://schemas.microsoft.com/office/drawing/2014/main" id="{A23DFCFD-2478-B473-C52C-F36B79A9B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61375" y="1270168"/>
              <a:ext cx="1575391" cy="512386"/>
            </a:xfrm>
            <a:prstGeom prst="rect">
              <a:avLst/>
            </a:prstGeom>
          </p:spPr>
        </p:pic>
        <p:pic>
          <p:nvPicPr>
            <p:cNvPr id="9" name="Picture 8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5273214A-CA5E-8494-D1E6-5836DDA3D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1332F29-740F-C8E2-3AF6-0A53BEA347DA}"/>
              </a:ext>
            </a:extLst>
          </p:cNvPr>
          <p:cNvSpPr txBox="1"/>
          <p:nvPr/>
        </p:nvSpPr>
        <p:spPr>
          <a:xfrm>
            <a:off x="9802761" y="6538101"/>
            <a:ext cx="2497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 NAME :  PRIYA SHAH</a:t>
            </a:r>
            <a:endParaRPr lang="en-IN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486DC-C195-F0E7-8008-20146E8D9157}"/>
              </a:ext>
            </a:extLst>
          </p:cNvPr>
          <p:cNvSpPr txBox="1"/>
          <p:nvPr/>
        </p:nvSpPr>
        <p:spPr>
          <a:xfrm>
            <a:off x="6315410" y="4713405"/>
            <a:ext cx="40508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Leader   : Rushikesh Mujpara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 : Rohan Chaudhari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 : Mihir Jethava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 : Priyank Badarshahi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212B18-7736-BBAA-7E59-1B848AE5157E}"/>
              </a:ext>
            </a:extLst>
          </p:cNvPr>
          <p:cNvSpPr txBox="1"/>
          <p:nvPr/>
        </p:nvSpPr>
        <p:spPr>
          <a:xfrm>
            <a:off x="5100484" y="1748055"/>
            <a:ext cx="68781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 CO2 Emission Tracker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612540-9BF8-98FE-B826-45E4F2B59534}"/>
              </a:ext>
            </a:extLst>
          </p:cNvPr>
          <p:cNvSpPr txBox="1"/>
          <p:nvPr/>
        </p:nvSpPr>
        <p:spPr>
          <a:xfrm>
            <a:off x="7508215" y="2472119"/>
            <a:ext cx="508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L.D. COLLEGE OF ENGINEERING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AF3033-E411-E275-AAD0-33FC6391FA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568" y="2980660"/>
            <a:ext cx="1059679" cy="10596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D13742E-EE7B-8E73-E16A-A915A09372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0013" y="3005896"/>
            <a:ext cx="1059679" cy="105967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4AF14DA-FE38-DC41-358E-3BEA269028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1458" y="2993278"/>
            <a:ext cx="1059679" cy="105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753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11A3BA-A216-83CE-CAA9-F8DD8BCC2F3D}"/>
              </a:ext>
            </a:extLst>
          </p:cNvPr>
          <p:cNvSpPr/>
          <p:nvPr/>
        </p:nvSpPr>
        <p:spPr>
          <a:xfrm>
            <a:off x="0" y="3002692"/>
            <a:ext cx="12192000" cy="3855308"/>
          </a:xfrm>
          <a:prstGeom prst="rect">
            <a:avLst/>
          </a:prstGeom>
          <a:solidFill>
            <a:srgbClr val="B93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8E50D6-BC8C-90DA-1C78-AD746FE996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971"/>
          <a:stretch/>
        </p:blipFill>
        <p:spPr>
          <a:xfrm>
            <a:off x="0" y="0"/>
            <a:ext cx="12191999" cy="38553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B3B5704-DB32-20B5-9D87-B47538E60D5C}"/>
              </a:ext>
            </a:extLst>
          </p:cNvPr>
          <p:cNvSpPr/>
          <p:nvPr/>
        </p:nvSpPr>
        <p:spPr>
          <a:xfrm>
            <a:off x="0" y="0"/>
            <a:ext cx="12192000" cy="3855308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3EF565E-ED40-D461-3319-9174B289FF58}"/>
              </a:ext>
            </a:extLst>
          </p:cNvPr>
          <p:cNvSpPr/>
          <p:nvPr/>
        </p:nvSpPr>
        <p:spPr>
          <a:xfrm>
            <a:off x="975357" y="1168812"/>
            <a:ext cx="4500880" cy="226018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7E909AD-2B29-A1CF-D7A3-126472C81E10}"/>
              </a:ext>
            </a:extLst>
          </p:cNvPr>
          <p:cNvSpPr/>
          <p:nvPr/>
        </p:nvSpPr>
        <p:spPr>
          <a:xfrm>
            <a:off x="6715763" y="1168812"/>
            <a:ext cx="4500880" cy="226018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F732D9-4ADD-0B7F-4B94-2C032178575F}"/>
              </a:ext>
            </a:extLst>
          </p:cNvPr>
          <p:cNvSpPr txBox="1"/>
          <p:nvPr/>
        </p:nvSpPr>
        <p:spPr>
          <a:xfrm>
            <a:off x="1120877" y="1307690"/>
            <a:ext cx="4188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Emission Detection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BDB811-2D54-C592-7751-877F6115CACD}"/>
              </a:ext>
            </a:extLst>
          </p:cNvPr>
          <p:cNvSpPr txBox="1"/>
          <p:nvPr/>
        </p:nvSpPr>
        <p:spPr>
          <a:xfrm>
            <a:off x="6744928" y="1307690"/>
            <a:ext cx="438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Expensive Sensors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5DEA5A-DC43-6453-C15D-F480C4067BCA}"/>
              </a:ext>
            </a:extLst>
          </p:cNvPr>
          <p:cNvSpPr txBox="1"/>
          <p:nvPr/>
        </p:nvSpPr>
        <p:spPr>
          <a:xfrm>
            <a:off x="973394" y="1848076"/>
            <a:ext cx="44795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CO₂ emissions in urban areas are often identified late due to the absence of real-time automated monitoring systems. This delay reduces the effectiveness of timely corrective actions.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68BA17-5022-D462-84CA-A53615593702}"/>
              </a:ext>
            </a:extLst>
          </p:cNvPr>
          <p:cNvSpPr txBox="1"/>
          <p:nvPr/>
        </p:nvSpPr>
        <p:spPr>
          <a:xfrm>
            <a:off x="6744928" y="1897626"/>
            <a:ext cx="44717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CO₂ monitoring systems rely on sensors, which are costly and difficult to install across large areas.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418EBD1-1732-B232-53A1-4D964BBBED3E}"/>
              </a:ext>
            </a:extLst>
          </p:cNvPr>
          <p:cNvGrpSpPr/>
          <p:nvPr/>
        </p:nvGrpSpPr>
        <p:grpSpPr>
          <a:xfrm>
            <a:off x="913277" y="4133404"/>
            <a:ext cx="4539700" cy="2260188"/>
            <a:chOff x="973394" y="3882248"/>
            <a:chExt cx="4539700" cy="226018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3AEC84A-836D-2C1E-93F6-4B8DDE7E14A2}"/>
                </a:ext>
              </a:extLst>
            </p:cNvPr>
            <p:cNvSpPr/>
            <p:nvPr/>
          </p:nvSpPr>
          <p:spPr>
            <a:xfrm>
              <a:off x="1012214" y="3882248"/>
              <a:ext cx="4500880" cy="2260188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525D508-8442-D85A-137D-33C1D88F71DC}"/>
                </a:ext>
              </a:extLst>
            </p:cNvPr>
            <p:cNvSpPr txBox="1"/>
            <p:nvPr/>
          </p:nvSpPr>
          <p:spPr>
            <a:xfrm>
              <a:off x="1120877" y="4037044"/>
              <a:ext cx="41885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Lack of Real-Time Emission Analysis</a:t>
              </a:r>
              <a:endParaRPr lang="en-I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AC03EB1-1D8C-C2DC-89D3-1CDC2DB0C7C1}"/>
                </a:ext>
              </a:extLst>
            </p:cNvPr>
            <p:cNvSpPr txBox="1"/>
            <p:nvPr/>
          </p:nvSpPr>
          <p:spPr>
            <a:xfrm>
              <a:off x="973394" y="4660490"/>
              <a:ext cx="45008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Existing systems do not provide real-time CO₂ emission data, delaying environmental decision-making.</a:t>
              </a:r>
              <a:endParaRPr lang="en-IN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BBB4558-2912-0B56-F2BE-0F8993DCD65D}"/>
              </a:ext>
            </a:extLst>
          </p:cNvPr>
          <p:cNvGrpSpPr/>
          <p:nvPr/>
        </p:nvGrpSpPr>
        <p:grpSpPr>
          <a:xfrm>
            <a:off x="6728908" y="4133404"/>
            <a:ext cx="4515462" cy="2260188"/>
            <a:chOff x="6715763" y="3882248"/>
            <a:chExt cx="4515462" cy="226018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87F1930-94A6-E567-8299-F1B46A0EC8E1}"/>
                </a:ext>
              </a:extLst>
            </p:cNvPr>
            <p:cNvSpPr/>
            <p:nvPr/>
          </p:nvSpPr>
          <p:spPr>
            <a:xfrm>
              <a:off x="6715763" y="3882248"/>
              <a:ext cx="4500880" cy="2260188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986C176-7B1D-A454-2BC8-0ECB0BBCCFF2}"/>
                </a:ext>
              </a:extLst>
            </p:cNvPr>
            <p:cNvSpPr txBox="1"/>
            <p:nvPr/>
          </p:nvSpPr>
          <p:spPr>
            <a:xfrm>
              <a:off x="6823587" y="4025563"/>
              <a:ext cx="439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Limited Scalability of Traditional Methods</a:t>
              </a:r>
              <a:endParaRPr lang="en-I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DA0FE92-3D9A-040E-DF17-F18746919C3A}"/>
                </a:ext>
              </a:extLst>
            </p:cNvPr>
            <p:cNvSpPr txBox="1"/>
            <p:nvPr/>
          </p:nvSpPr>
          <p:spPr>
            <a:xfrm>
              <a:off x="6730345" y="4625195"/>
              <a:ext cx="45008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Traditional monitoring methods cannot be easily expanded to cover large urban or rural areas</a:t>
              </a:r>
              <a:endParaRPr lang="en-IN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C9EC71E-0F90-67D4-0567-AE267E02D38D}"/>
              </a:ext>
            </a:extLst>
          </p:cNvPr>
          <p:cNvGrpSpPr/>
          <p:nvPr/>
        </p:nvGrpSpPr>
        <p:grpSpPr>
          <a:xfrm>
            <a:off x="0" y="-1756"/>
            <a:ext cx="12192000" cy="785012"/>
            <a:chOff x="0" y="-1756"/>
            <a:chExt cx="12192000" cy="78501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767F9FD-1231-CFEF-1FB5-33D067B2DC29}"/>
                </a:ext>
              </a:extLst>
            </p:cNvPr>
            <p:cNvSpPr/>
            <p:nvPr/>
          </p:nvSpPr>
          <p:spPr>
            <a:xfrm>
              <a:off x="0" y="-1756"/>
              <a:ext cx="12192000" cy="78501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D05232A-03B9-5C53-01FD-5C3CA5C8F828}"/>
                </a:ext>
              </a:extLst>
            </p:cNvPr>
            <p:cNvGrpSpPr/>
            <p:nvPr/>
          </p:nvGrpSpPr>
          <p:grpSpPr>
            <a:xfrm>
              <a:off x="9935825" y="79773"/>
              <a:ext cx="2113279" cy="662731"/>
              <a:chOff x="7393530" y="165700"/>
              <a:chExt cx="4673600" cy="977900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FF651399-6C2D-EEED-2022-FC026A9F1C05}"/>
                  </a:ext>
                </a:extLst>
              </p:cNvPr>
              <p:cNvSpPr/>
              <p:nvPr/>
            </p:nvSpPr>
            <p:spPr>
              <a:xfrm>
                <a:off x="7393530" y="165700"/>
                <a:ext cx="4673600" cy="977900"/>
              </a:xfrm>
              <a:prstGeom prst="roundRect">
                <a:avLst/>
              </a:prstGeom>
              <a:solidFill>
                <a:srgbClr val="EBEEF9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ACF7E46D-6348-8DD3-7BFD-4F262EAF57E6}"/>
                  </a:ext>
                </a:extLst>
              </p:cNvPr>
              <p:cNvGrpSpPr/>
              <p:nvPr/>
            </p:nvGrpSpPr>
            <p:grpSpPr>
              <a:xfrm>
                <a:off x="7621089" y="322461"/>
                <a:ext cx="4218482" cy="664378"/>
                <a:chOff x="2375536" y="1112060"/>
                <a:chExt cx="5261230" cy="828603"/>
              </a:xfrm>
            </p:grpSpPr>
            <p:pic>
              <p:nvPicPr>
                <p:cNvPr id="22" name="Picture 21" descr="A close up of a logo&#10;&#10;Description automatically generated">
                  <a:extLst>
                    <a:ext uri="{FF2B5EF4-FFF2-40B4-BE49-F238E27FC236}">
                      <a16:creationId xmlns:a16="http://schemas.microsoft.com/office/drawing/2014/main" id="{48FAC772-90FC-F810-C075-B687FF9052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61375" y="1270168"/>
                  <a:ext cx="1575391" cy="512386"/>
                </a:xfrm>
                <a:prstGeom prst="rect">
                  <a:avLst/>
                </a:prstGeom>
              </p:spPr>
            </p:pic>
            <p:pic>
              <p:nvPicPr>
                <p:cNvPr id="23" name="Picture 22" descr="A yellow and red shell logo&#10;&#10;Description automatically generated">
                  <a:extLst>
                    <a:ext uri="{FF2B5EF4-FFF2-40B4-BE49-F238E27FC236}">
                      <a16:creationId xmlns:a16="http://schemas.microsoft.com/office/drawing/2014/main" id="{7C9EB8FE-67A0-7FC4-4687-639885F469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75536" y="1112060"/>
                  <a:ext cx="985475" cy="828603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515B53C-4486-1B87-B7BD-8BE446D61613}"/>
              </a:ext>
            </a:extLst>
          </p:cNvPr>
          <p:cNvSpPr txBox="1"/>
          <p:nvPr/>
        </p:nvSpPr>
        <p:spPr>
          <a:xfrm>
            <a:off x="245792" y="187850"/>
            <a:ext cx="349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05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8E40C4-D8BC-0062-5891-91A237995A60}"/>
              </a:ext>
            </a:extLst>
          </p:cNvPr>
          <p:cNvSpPr/>
          <p:nvPr/>
        </p:nvSpPr>
        <p:spPr>
          <a:xfrm>
            <a:off x="8859795" y="0"/>
            <a:ext cx="3332205" cy="6858000"/>
          </a:xfrm>
          <a:prstGeom prst="rect">
            <a:avLst/>
          </a:prstGeom>
          <a:solidFill>
            <a:srgbClr val="B93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39C6CDAA-7552-D32E-BB20-7D4C4D98A32F}"/>
              </a:ext>
            </a:extLst>
          </p:cNvPr>
          <p:cNvSpPr/>
          <p:nvPr/>
        </p:nvSpPr>
        <p:spPr>
          <a:xfrm>
            <a:off x="223916" y="2039684"/>
            <a:ext cx="2753032" cy="2064775"/>
          </a:xfrm>
          <a:prstGeom prst="chevron">
            <a:avLst>
              <a:gd name="adj" fmla="val 29048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93692DE-4F00-BDED-362C-D2736D0C9A51}"/>
              </a:ext>
            </a:extLst>
          </p:cNvPr>
          <p:cNvGrpSpPr/>
          <p:nvPr/>
        </p:nvGrpSpPr>
        <p:grpSpPr>
          <a:xfrm>
            <a:off x="3332206" y="4374603"/>
            <a:ext cx="2270322" cy="647628"/>
            <a:chOff x="1061884" y="4326194"/>
            <a:chExt cx="2270322" cy="64762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75C8ED8-32A1-04B0-0AD7-0AF7AE9CEB81}"/>
                </a:ext>
              </a:extLst>
            </p:cNvPr>
            <p:cNvSpPr/>
            <p:nvPr/>
          </p:nvSpPr>
          <p:spPr>
            <a:xfrm>
              <a:off x="1061884" y="4326194"/>
              <a:ext cx="2270322" cy="629264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8000">
                  <a:srgbClr val="002060"/>
                </a:gs>
              </a:gsLst>
              <a:lin ang="54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EDAEE0A-FC8F-7266-DC53-7B76430FE56C}"/>
                </a:ext>
              </a:extLst>
            </p:cNvPr>
            <p:cNvSpPr txBox="1"/>
            <p:nvPr/>
          </p:nvSpPr>
          <p:spPr>
            <a:xfrm>
              <a:off x="1160206" y="4327491"/>
              <a:ext cx="2172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Sensor-Free Monitoring System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933A3E3-C14B-0F54-6610-A12300733C65}"/>
              </a:ext>
            </a:extLst>
          </p:cNvPr>
          <p:cNvGrpSpPr/>
          <p:nvPr/>
        </p:nvGrpSpPr>
        <p:grpSpPr>
          <a:xfrm>
            <a:off x="328450" y="4373955"/>
            <a:ext cx="2270322" cy="647628"/>
            <a:chOff x="1061884" y="4326194"/>
            <a:chExt cx="2270322" cy="647628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D6850C7D-9E80-0409-AA8F-EFCF90EFB923}"/>
                </a:ext>
              </a:extLst>
            </p:cNvPr>
            <p:cNvSpPr/>
            <p:nvPr/>
          </p:nvSpPr>
          <p:spPr>
            <a:xfrm>
              <a:off x="1061884" y="4326194"/>
              <a:ext cx="2270322" cy="629264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8000">
                  <a:srgbClr val="002060"/>
                </a:gs>
              </a:gsLst>
              <a:lin ang="54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923500B-0E4E-241B-D944-5D331DF75412}"/>
                </a:ext>
              </a:extLst>
            </p:cNvPr>
            <p:cNvSpPr txBox="1"/>
            <p:nvPr/>
          </p:nvSpPr>
          <p:spPr>
            <a:xfrm>
              <a:off x="1160206" y="4327491"/>
              <a:ext cx="2172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Automated Emission Detection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712511D-A77F-F930-3FB8-61EE61526CE8}"/>
              </a:ext>
            </a:extLst>
          </p:cNvPr>
          <p:cNvGrpSpPr/>
          <p:nvPr/>
        </p:nvGrpSpPr>
        <p:grpSpPr>
          <a:xfrm>
            <a:off x="9276834" y="4440515"/>
            <a:ext cx="2270322" cy="647628"/>
            <a:chOff x="1061884" y="4326194"/>
            <a:chExt cx="2270322" cy="647628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AAB0336-E40F-8632-2E08-D1B4AEE605BF}"/>
                </a:ext>
              </a:extLst>
            </p:cNvPr>
            <p:cNvSpPr/>
            <p:nvPr/>
          </p:nvSpPr>
          <p:spPr>
            <a:xfrm>
              <a:off x="1061884" y="4326194"/>
              <a:ext cx="2270322" cy="629264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8000">
                  <a:srgbClr val="002060"/>
                </a:gs>
              </a:gsLst>
              <a:lin ang="54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30ACDEC-F425-D58B-30D1-F7B067C22023}"/>
                </a:ext>
              </a:extLst>
            </p:cNvPr>
            <p:cNvSpPr txBox="1"/>
            <p:nvPr/>
          </p:nvSpPr>
          <p:spPr>
            <a:xfrm>
              <a:off x="1160206" y="4327491"/>
              <a:ext cx="2172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Scalable AI-Based Monitoring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1D53C4F-E34B-C6F6-272D-6A03F99219C0}"/>
              </a:ext>
            </a:extLst>
          </p:cNvPr>
          <p:cNvGrpSpPr/>
          <p:nvPr/>
        </p:nvGrpSpPr>
        <p:grpSpPr>
          <a:xfrm>
            <a:off x="6304520" y="4374603"/>
            <a:ext cx="2270322" cy="647628"/>
            <a:chOff x="1061884" y="4326194"/>
            <a:chExt cx="2270322" cy="647628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F5DE6DD-9EF1-9A81-D58A-F7DC7F32BA15}"/>
                </a:ext>
              </a:extLst>
            </p:cNvPr>
            <p:cNvSpPr/>
            <p:nvPr/>
          </p:nvSpPr>
          <p:spPr>
            <a:xfrm>
              <a:off x="1061884" y="4326194"/>
              <a:ext cx="2270322" cy="629264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8000">
                  <a:srgbClr val="002060"/>
                </a:gs>
              </a:gsLst>
              <a:lin ang="54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B0B7461-4D89-9E32-03F8-C32DB929F9BA}"/>
                </a:ext>
              </a:extLst>
            </p:cNvPr>
            <p:cNvSpPr txBox="1"/>
            <p:nvPr/>
          </p:nvSpPr>
          <p:spPr>
            <a:xfrm>
              <a:off x="1160206" y="4327491"/>
              <a:ext cx="2172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Real-Time Emission Analysis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D027DC1-C4D1-2E37-D0E6-CBFADC420F5C}"/>
              </a:ext>
            </a:extLst>
          </p:cNvPr>
          <p:cNvSpPr txBox="1"/>
          <p:nvPr/>
        </p:nvSpPr>
        <p:spPr>
          <a:xfrm>
            <a:off x="759648" y="2061415"/>
            <a:ext cx="20132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AI-based system using MobileNetV2 analyzes traffic images to estimate CO₂ emissions automatically. This removes delays and enables faster identification of </a:t>
            </a:r>
          </a:p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pollution levels.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EE1EF40D-8F41-D09F-90B1-F701D9A65311}"/>
              </a:ext>
            </a:extLst>
          </p:cNvPr>
          <p:cNvSpPr/>
          <p:nvPr/>
        </p:nvSpPr>
        <p:spPr>
          <a:xfrm>
            <a:off x="3266534" y="2039684"/>
            <a:ext cx="2753032" cy="2064775"/>
          </a:xfrm>
          <a:prstGeom prst="chevron">
            <a:avLst>
              <a:gd name="adj" fmla="val 29048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8" name="Arrow: Chevron 27">
            <a:extLst>
              <a:ext uri="{FF2B5EF4-FFF2-40B4-BE49-F238E27FC236}">
                <a16:creationId xmlns:a16="http://schemas.microsoft.com/office/drawing/2014/main" id="{934A5625-5DB7-442D-5D65-1DDB8243BD3D}"/>
              </a:ext>
            </a:extLst>
          </p:cNvPr>
          <p:cNvSpPr/>
          <p:nvPr/>
        </p:nvSpPr>
        <p:spPr>
          <a:xfrm>
            <a:off x="6251556" y="2061415"/>
            <a:ext cx="2753032" cy="2064775"/>
          </a:xfrm>
          <a:prstGeom prst="chevron">
            <a:avLst>
              <a:gd name="adj" fmla="val 29048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9" name="Arrow: Chevron 28">
            <a:extLst>
              <a:ext uri="{FF2B5EF4-FFF2-40B4-BE49-F238E27FC236}">
                <a16:creationId xmlns:a16="http://schemas.microsoft.com/office/drawing/2014/main" id="{988A5916-E2F4-F2C6-80E6-DD20CE10CFB4}"/>
              </a:ext>
            </a:extLst>
          </p:cNvPr>
          <p:cNvSpPr/>
          <p:nvPr/>
        </p:nvSpPr>
        <p:spPr>
          <a:xfrm>
            <a:off x="9149381" y="2136199"/>
            <a:ext cx="2753032" cy="2064775"/>
          </a:xfrm>
          <a:prstGeom prst="chevron">
            <a:avLst>
              <a:gd name="adj" fmla="val 29048"/>
            </a:avLst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B00A2C6-D4F2-B0D8-FD87-B49558D9C755}"/>
              </a:ext>
            </a:extLst>
          </p:cNvPr>
          <p:cNvGrpSpPr/>
          <p:nvPr/>
        </p:nvGrpSpPr>
        <p:grpSpPr>
          <a:xfrm>
            <a:off x="0" y="-1756"/>
            <a:ext cx="12192000" cy="785012"/>
            <a:chOff x="0" y="-1756"/>
            <a:chExt cx="12192000" cy="78501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ADC44AB-70D6-861B-0329-A2C6EE88C434}"/>
                </a:ext>
              </a:extLst>
            </p:cNvPr>
            <p:cNvSpPr/>
            <p:nvPr/>
          </p:nvSpPr>
          <p:spPr>
            <a:xfrm>
              <a:off x="0" y="-1756"/>
              <a:ext cx="12192000" cy="78501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C07B895-5B6F-7A20-7DE7-13B1851FF83F}"/>
                </a:ext>
              </a:extLst>
            </p:cNvPr>
            <p:cNvGrpSpPr/>
            <p:nvPr/>
          </p:nvGrpSpPr>
          <p:grpSpPr>
            <a:xfrm>
              <a:off x="9935825" y="79773"/>
              <a:ext cx="2113279" cy="662731"/>
              <a:chOff x="7393530" y="165700"/>
              <a:chExt cx="4673600" cy="977900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9414227E-3B1C-E5D5-74BF-5CF348F5B3A9}"/>
                  </a:ext>
                </a:extLst>
              </p:cNvPr>
              <p:cNvSpPr/>
              <p:nvPr/>
            </p:nvSpPr>
            <p:spPr>
              <a:xfrm>
                <a:off x="7393530" y="165700"/>
                <a:ext cx="4673600" cy="977900"/>
              </a:xfrm>
              <a:prstGeom prst="roundRect">
                <a:avLst/>
              </a:prstGeom>
              <a:solidFill>
                <a:srgbClr val="EBEEF9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FA2C705A-2312-1ADA-2415-5F9623D8537A}"/>
                  </a:ext>
                </a:extLst>
              </p:cNvPr>
              <p:cNvGrpSpPr/>
              <p:nvPr/>
            </p:nvGrpSpPr>
            <p:grpSpPr>
              <a:xfrm>
                <a:off x="7621089" y="322461"/>
                <a:ext cx="4218482" cy="664378"/>
                <a:chOff x="2375536" y="1112060"/>
                <a:chExt cx="5261230" cy="828603"/>
              </a:xfrm>
            </p:grpSpPr>
            <p:pic>
              <p:nvPicPr>
                <p:cNvPr id="35" name="Picture 34" descr="A close up of a logo&#10;&#10;Description automatically generated">
                  <a:extLst>
                    <a:ext uri="{FF2B5EF4-FFF2-40B4-BE49-F238E27FC236}">
                      <a16:creationId xmlns:a16="http://schemas.microsoft.com/office/drawing/2014/main" id="{EE694DE6-7939-B4F0-3421-F1C03E1989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61375" y="1270168"/>
                  <a:ext cx="1575391" cy="512386"/>
                </a:xfrm>
                <a:prstGeom prst="rect">
                  <a:avLst/>
                </a:prstGeom>
              </p:spPr>
            </p:pic>
            <p:pic>
              <p:nvPicPr>
                <p:cNvPr id="36" name="Picture 35" descr="A yellow and red shell logo&#10;&#10;Description automatically generated">
                  <a:extLst>
                    <a:ext uri="{FF2B5EF4-FFF2-40B4-BE49-F238E27FC236}">
                      <a16:creationId xmlns:a16="http://schemas.microsoft.com/office/drawing/2014/main" id="{94CEF2AE-05C0-08CA-4016-662CAE592E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75536" y="1112060"/>
                  <a:ext cx="985475" cy="828603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CD148623-579E-59EC-2A3F-C11ABD22914C}"/>
              </a:ext>
            </a:extLst>
          </p:cNvPr>
          <p:cNvSpPr txBox="1"/>
          <p:nvPr/>
        </p:nvSpPr>
        <p:spPr>
          <a:xfrm>
            <a:off x="3947069" y="2194908"/>
            <a:ext cx="17687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image-based analysis, removing the need for expensive sensors.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775B29-AF71-2C14-68B4-B4AC82A06E7D}"/>
              </a:ext>
            </a:extLst>
          </p:cNvPr>
          <p:cNvSpPr txBox="1"/>
          <p:nvPr/>
        </p:nvSpPr>
        <p:spPr>
          <a:xfrm>
            <a:off x="6844893" y="2089439"/>
            <a:ext cx="20149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MobileNetV2 processes images quickly and efficiently, enabling near real-time estimation of CO₂ emissions.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53C548-4D8E-51F4-A498-61319ACE1AA7}"/>
              </a:ext>
            </a:extLst>
          </p:cNvPr>
          <p:cNvSpPr txBox="1"/>
          <p:nvPr/>
        </p:nvSpPr>
        <p:spPr>
          <a:xfrm>
            <a:off x="9802761" y="2448232"/>
            <a:ext cx="15722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with CCTV images to cover large areas efficiently.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D0C33D1-7686-2E87-E95A-98192B003114}"/>
              </a:ext>
            </a:extLst>
          </p:cNvPr>
          <p:cNvSpPr/>
          <p:nvPr/>
        </p:nvSpPr>
        <p:spPr>
          <a:xfrm>
            <a:off x="97270" y="1748079"/>
            <a:ext cx="560438" cy="546481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FBB7764-1194-247B-E043-D9220289F807}"/>
              </a:ext>
            </a:extLst>
          </p:cNvPr>
          <p:cNvSpPr/>
          <p:nvPr/>
        </p:nvSpPr>
        <p:spPr>
          <a:xfrm>
            <a:off x="3103594" y="1748078"/>
            <a:ext cx="560438" cy="546481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22F8C29-AEB6-2117-C943-3C0180381BB9}"/>
              </a:ext>
            </a:extLst>
          </p:cNvPr>
          <p:cNvSpPr/>
          <p:nvPr/>
        </p:nvSpPr>
        <p:spPr>
          <a:xfrm>
            <a:off x="6028932" y="1787526"/>
            <a:ext cx="560438" cy="546481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A270DCD-67C5-0CD9-E92A-000CACAAFE42}"/>
              </a:ext>
            </a:extLst>
          </p:cNvPr>
          <p:cNvSpPr/>
          <p:nvPr/>
        </p:nvSpPr>
        <p:spPr>
          <a:xfrm>
            <a:off x="8869162" y="1820577"/>
            <a:ext cx="560438" cy="546481"/>
          </a:xfrm>
          <a:prstGeom prst="ellipse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I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F3828C-F286-D982-CB53-5C462222AE20}"/>
              </a:ext>
            </a:extLst>
          </p:cNvPr>
          <p:cNvSpPr txBox="1"/>
          <p:nvPr/>
        </p:nvSpPr>
        <p:spPr>
          <a:xfrm>
            <a:off x="245792" y="159917"/>
            <a:ext cx="3723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254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E5498BD3-65A4-329B-3932-E1443C86D7D3}"/>
              </a:ext>
            </a:extLst>
          </p:cNvPr>
          <p:cNvSpPr/>
          <p:nvPr/>
        </p:nvSpPr>
        <p:spPr>
          <a:xfrm>
            <a:off x="0" y="0"/>
            <a:ext cx="7335804" cy="6858000"/>
          </a:xfrm>
          <a:prstGeom prst="rect">
            <a:avLst/>
          </a:prstGeom>
          <a:solidFill>
            <a:srgbClr val="B93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C3D65E1-55FE-5884-BFDD-209FE7C85ABD}"/>
              </a:ext>
            </a:extLst>
          </p:cNvPr>
          <p:cNvGrpSpPr/>
          <p:nvPr/>
        </p:nvGrpSpPr>
        <p:grpSpPr>
          <a:xfrm>
            <a:off x="0" y="-1756"/>
            <a:ext cx="12192000" cy="785012"/>
            <a:chOff x="0" y="-1756"/>
            <a:chExt cx="12192000" cy="78501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6D2B162-2EE6-2808-093C-23E35F6FD229}"/>
                </a:ext>
              </a:extLst>
            </p:cNvPr>
            <p:cNvSpPr/>
            <p:nvPr/>
          </p:nvSpPr>
          <p:spPr>
            <a:xfrm>
              <a:off x="0" y="-1756"/>
              <a:ext cx="12192000" cy="78501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14870DA-EB83-C92B-1767-ABF680E4E25A}"/>
                </a:ext>
              </a:extLst>
            </p:cNvPr>
            <p:cNvGrpSpPr/>
            <p:nvPr/>
          </p:nvGrpSpPr>
          <p:grpSpPr>
            <a:xfrm>
              <a:off x="9935825" y="79773"/>
              <a:ext cx="2113279" cy="662731"/>
              <a:chOff x="7393530" y="165700"/>
              <a:chExt cx="4673600" cy="977900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DB1E8034-71D1-3347-89D4-E5A0A9ABB21A}"/>
                  </a:ext>
                </a:extLst>
              </p:cNvPr>
              <p:cNvSpPr/>
              <p:nvPr/>
            </p:nvSpPr>
            <p:spPr>
              <a:xfrm>
                <a:off x="7393530" y="165700"/>
                <a:ext cx="4673600" cy="977900"/>
              </a:xfrm>
              <a:prstGeom prst="roundRect">
                <a:avLst/>
              </a:prstGeom>
              <a:solidFill>
                <a:srgbClr val="EBEEF9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69DFB1E-F7BF-DD37-EF84-CEBC783AA44E}"/>
                  </a:ext>
                </a:extLst>
              </p:cNvPr>
              <p:cNvGrpSpPr/>
              <p:nvPr/>
            </p:nvGrpSpPr>
            <p:grpSpPr>
              <a:xfrm>
                <a:off x="7621089" y="322461"/>
                <a:ext cx="4218482" cy="664378"/>
                <a:chOff x="2375536" y="1112060"/>
                <a:chExt cx="5261230" cy="828603"/>
              </a:xfrm>
            </p:grpSpPr>
            <p:pic>
              <p:nvPicPr>
                <p:cNvPr id="7" name="Picture 6" descr="A close up of a logo&#10;&#10;Description automatically generated">
                  <a:extLst>
                    <a:ext uri="{FF2B5EF4-FFF2-40B4-BE49-F238E27FC236}">
                      <a16:creationId xmlns:a16="http://schemas.microsoft.com/office/drawing/2014/main" id="{8020A20E-D71E-1A11-1C0D-E1185F1D48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61375" y="1270168"/>
                  <a:ext cx="1575391" cy="512386"/>
                </a:xfrm>
                <a:prstGeom prst="rect">
                  <a:avLst/>
                </a:prstGeom>
              </p:spPr>
            </p:pic>
            <p:pic>
              <p:nvPicPr>
                <p:cNvPr id="8" name="Picture 7" descr="A yellow and red shell logo&#10;&#10;Description automatically generated">
                  <a:extLst>
                    <a:ext uri="{FF2B5EF4-FFF2-40B4-BE49-F238E27FC236}">
                      <a16:creationId xmlns:a16="http://schemas.microsoft.com/office/drawing/2014/main" id="{8C6F714C-CAF2-34A3-86DC-B1F9C877CE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75536" y="1112060"/>
                  <a:ext cx="985475" cy="828603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9916DDA-9704-290A-7FCA-31337B96DA77}"/>
              </a:ext>
            </a:extLst>
          </p:cNvPr>
          <p:cNvSpPr txBox="1"/>
          <p:nvPr/>
        </p:nvSpPr>
        <p:spPr>
          <a:xfrm>
            <a:off x="176981" y="186011"/>
            <a:ext cx="3244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E68CFF9-EBCC-ABE1-45DA-196B3636292B}"/>
              </a:ext>
            </a:extLst>
          </p:cNvPr>
          <p:cNvSpPr/>
          <p:nvPr/>
        </p:nvSpPr>
        <p:spPr>
          <a:xfrm>
            <a:off x="5086698" y="3391561"/>
            <a:ext cx="2077919" cy="115037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0E79723-FCD1-E884-C2F6-F7DDDB3F66FD}"/>
              </a:ext>
            </a:extLst>
          </p:cNvPr>
          <p:cNvGrpSpPr/>
          <p:nvPr/>
        </p:nvGrpSpPr>
        <p:grpSpPr>
          <a:xfrm>
            <a:off x="1592823" y="4337232"/>
            <a:ext cx="2359744" cy="2334757"/>
            <a:chOff x="2515400" y="4180719"/>
            <a:chExt cx="2359744" cy="2334757"/>
          </a:xfrm>
        </p:grpSpPr>
        <p:sp>
          <p:nvSpPr>
            <p:cNvPr id="11" name="Rectangle: Folded Corner 10">
              <a:extLst>
                <a:ext uri="{FF2B5EF4-FFF2-40B4-BE49-F238E27FC236}">
                  <a16:creationId xmlns:a16="http://schemas.microsoft.com/office/drawing/2014/main" id="{276C113D-387E-6810-BB9A-A3D6EF76C77C}"/>
                </a:ext>
              </a:extLst>
            </p:cNvPr>
            <p:cNvSpPr/>
            <p:nvPr/>
          </p:nvSpPr>
          <p:spPr>
            <a:xfrm flipV="1">
              <a:off x="2515401" y="4180719"/>
              <a:ext cx="2359743" cy="2286896"/>
            </a:xfrm>
            <a:prstGeom prst="foldedCorner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: Top Corners Snipped 22">
              <a:extLst>
                <a:ext uri="{FF2B5EF4-FFF2-40B4-BE49-F238E27FC236}">
                  <a16:creationId xmlns:a16="http://schemas.microsoft.com/office/drawing/2014/main" id="{1897EBEC-B2E5-ECCC-4BF6-21BEB04D1D56}"/>
                </a:ext>
              </a:extLst>
            </p:cNvPr>
            <p:cNvSpPr/>
            <p:nvPr/>
          </p:nvSpPr>
          <p:spPr>
            <a:xfrm>
              <a:off x="2515400" y="5917007"/>
              <a:ext cx="2359743" cy="550608"/>
            </a:xfrm>
            <a:prstGeom prst="snip2SameRect">
              <a:avLst>
                <a:gd name="adj1" fmla="val 50000"/>
                <a:gd name="adj2" fmla="val 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ED9A3D0-6C69-48D8-9E31-74603FB1AA20}"/>
                </a:ext>
              </a:extLst>
            </p:cNvPr>
            <p:cNvSpPr txBox="1"/>
            <p:nvPr/>
          </p:nvSpPr>
          <p:spPr>
            <a:xfrm>
              <a:off x="2682548" y="5869145"/>
              <a:ext cx="20254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Government Authorities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637C2DF-EE88-563E-D6FA-370757819A2F}"/>
              </a:ext>
            </a:extLst>
          </p:cNvPr>
          <p:cNvGrpSpPr/>
          <p:nvPr/>
        </p:nvGrpSpPr>
        <p:grpSpPr>
          <a:xfrm>
            <a:off x="8298749" y="4308941"/>
            <a:ext cx="2359744" cy="2608305"/>
            <a:chOff x="7576081" y="3712970"/>
            <a:chExt cx="2359744" cy="2608305"/>
          </a:xfrm>
        </p:grpSpPr>
        <p:sp>
          <p:nvSpPr>
            <p:cNvPr id="12" name="Rectangle: Folded Corner 11">
              <a:extLst>
                <a:ext uri="{FF2B5EF4-FFF2-40B4-BE49-F238E27FC236}">
                  <a16:creationId xmlns:a16="http://schemas.microsoft.com/office/drawing/2014/main" id="{690A801A-C7A0-DE87-519A-D92152A49A6B}"/>
                </a:ext>
              </a:extLst>
            </p:cNvPr>
            <p:cNvSpPr/>
            <p:nvPr/>
          </p:nvSpPr>
          <p:spPr>
            <a:xfrm flipH="1" flipV="1">
              <a:off x="7576081" y="3712970"/>
              <a:ext cx="2359744" cy="2286896"/>
            </a:xfrm>
            <a:prstGeom prst="foldedCorner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/>
            </a:p>
          </p:txBody>
        </p:sp>
        <p:sp>
          <p:nvSpPr>
            <p:cNvPr id="22" name="Rectangle: Top Corners Snipped 21">
              <a:extLst>
                <a:ext uri="{FF2B5EF4-FFF2-40B4-BE49-F238E27FC236}">
                  <a16:creationId xmlns:a16="http://schemas.microsoft.com/office/drawing/2014/main" id="{7C25F50E-84AE-0EAA-E0B2-62159E7B1098}"/>
                </a:ext>
              </a:extLst>
            </p:cNvPr>
            <p:cNvSpPr/>
            <p:nvPr/>
          </p:nvSpPr>
          <p:spPr>
            <a:xfrm>
              <a:off x="7582327" y="5449258"/>
              <a:ext cx="2353497" cy="550608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811C0AC-7A56-AE8C-4450-4656BFE1DC4B}"/>
                </a:ext>
              </a:extLst>
            </p:cNvPr>
            <p:cNvSpPr txBox="1"/>
            <p:nvPr/>
          </p:nvSpPr>
          <p:spPr>
            <a:xfrm>
              <a:off x="8033282" y="5397945"/>
              <a:ext cx="144534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Smart City Planners</a:t>
              </a:r>
            </a:p>
            <a:p>
              <a:endParaRPr lang="en-IN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607E717-B20D-1A5C-6F18-F5866D1EAE16}"/>
              </a:ext>
            </a:extLst>
          </p:cNvPr>
          <p:cNvGrpSpPr/>
          <p:nvPr/>
        </p:nvGrpSpPr>
        <p:grpSpPr>
          <a:xfrm>
            <a:off x="8298751" y="1049369"/>
            <a:ext cx="2359745" cy="2342192"/>
            <a:chOff x="7857620" y="1049369"/>
            <a:chExt cx="2359745" cy="2342192"/>
          </a:xfrm>
        </p:grpSpPr>
        <p:sp>
          <p:nvSpPr>
            <p:cNvPr id="13" name="Rectangle: Folded Corner 12">
              <a:extLst>
                <a:ext uri="{FF2B5EF4-FFF2-40B4-BE49-F238E27FC236}">
                  <a16:creationId xmlns:a16="http://schemas.microsoft.com/office/drawing/2014/main" id="{569B6C25-4CD7-BA1C-E913-6363D744D397}"/>
                </a:ext>
              </a:extLst>
            </p:cNvPr>
            <p:cNvSpPr/>
            <p:nvPr/>
          </p:nvSpPr>
          <p:spPr>
            <a:xfrm flipH="1">
              <a:off x="7857622" y="1104665"/>
              <a:ext cx="2359743" cy="2286896"/>
            </a:xfrm>
            <a:prstGeom prst="foldedCorner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Rectangle: Top Corners Snipped 20">
              <a:extLst>
                <a:ext uri="{FF2B5EF4-FFF2-40B4-BE49-F238E27FC236}">
                  <a16:creationId xmlns:a16="http://schemas.microsoft.com/office/drawing/2014/main" id="{57EF4242-70C7-9469-FCC5-2B2D45A1CB45}"/>
                </a:ext>
              </a:extLst>
            </p:cNvPr>
            <p:cNvSpPr/>
            <p:nvPr/>
          </p:nvSpPr>
          <p:spPr>
            <a:xfrm flipV="1">
              <a:off x="7857620" y="1104664"/>
              <a:ext cx="2359742" cy="521499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EF704DC-4E12-087C-FD38-AA6EAC98C016}"/>
                </a:ext>
              </a:extLst>
            </p:cNvPr>
            <p:cNvSpPr txBox="1"/>
            <p:nvPr/>
          </p:nvSpPr>
          <p:spPr>
            <a:xfrm rot="10800000" flipV="1">
              <a:off x="8137839" y="1049369"/>
              <a:ext cx="17993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Environmental Agencies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44DBF54-98D9-B4EF-6BF9-FD05CB0F684D}"/>
              </a:ext>
            </a:extLst>
          </p:cNvPr>
          <p:cNvGrpSpPr/>
          <p:nvPr/>
        </p:nvGrpSpPr>
        <p:grpSpPr>
          <a:xfrm>
            <a:off x="1592821" y="1104664"/>
            <a:ext cx="2359747" cy="2324336"/>
            <a:chOff x="1592821" y="1104664"/>
            <a:chExt cx="2359747" cy="2324336"/>
          </a:xfrm>
        </p:grpSpPr>
        <p:sp>
          <p:nvSpPr>
            <p:cNvPr id="10" name="Rectangle: Folded Corner 9">
              <a:extLst>
                <a:ext uri="{FF2B5EF4-FFF2-40B4-BE49-F238E27FC236}">
                  <a16:creationId xmlns:a16="http://schemas.microsoft.com/office/drawing/2014/main" id="{6EC1DDF0-1B14-3790-E7C9-07776AF93D50}"/>
                </a:ext>
              </a:extLst>
            </p:cNvPr>
            <p:cNvSpPr/>
            <p:nvPr/>
          </p:nvSpPr>
          <p:spPr>
            <a:xfrm>
              <a:off x="1592825" y="1109716"/>
              <a:ext cx="2359743" cy="2319284"/>
            </a:xfrm>
            <a:prstGeom prst="foldedCorner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Rectangle: Top Corners Snipped 19">
              <a:extLst>
                <a:ext uri="{FF2B5EF4-FFF2-40B4-BE49-F238E27FC236}">
                  <a16:creationId xmlns:a16="http://schemas.microsoft.com/office/drawing/2014/main" id="{566C15D4-0586-6610-BA57-791CF747108B}"/>
                </a:ext>
              </a:extLst>
            </p:cNvPr>
            <p:cNvSpPr/>
            <p:nvPr/>
          </p:nvSpPr>
          <p:spPr>
            <a:xfrm flipV="1">
              <a:off x="1592821" y="1104664"/>
              <a:ext cx="2359743" cy="550607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CA2F8B1-EAAD-4A05-4E21-5DCD6D23F45B}"/>
                </a:ext>
              </a:extLst>
            </p:cNvPr>
            <p:cNvSpPr txBox="1"/>
            <p:nvPr/>
          </p:nvSpPr>
          <p:spPr>
            <a:xfrm>
              <a:off x="1592823" y="1130960"/>
              <a:ext cx="23597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Traffic Department </a:t>
              </a:r>
            </a:p>
          </p:txBody>
        </p:sp>
      </p:grpSp>
      <p:sp>
        <p:nvSpPr>
          <p:cNvPr id="28" name="Rectangle 1">
            <a:extLst>
              <a:ext uri="{FF2B5EF4-FFF2-40B4-BE49-F238E27FC236}">
                <a16:creationId xmlns:a16="http://schemas.microsoft.com/office/drawing/2014/main" id="{5142078C-F7EF-2738-E917-6F9583341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AF372C-6465-4268-362B-E293E6B92C82}"/>
              </a:ext>
            </a:extLst>
          </p:cNvPr>
          <p:cNvSpPr txBox="1"/>
          <p:nvPr/>
        </p:nvSpPr>
        <p:spPr>
          <a:xfrm>
            <a:off x="1592821" y="1771397"/>
            <a:ext cx="23597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identify high-traffic areas and manage vehicle flow to reduce emissions.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33B796-F411-49A2-36BC-96282DD5C669}"/>
              </a:ext>
            </a:extLst>
          </p:cNvPr>
          <p:cNvSpPr txBox="1"/>
          <p:nvPr/>
        </p:nvSpPr>
        <p:spPr>
          <a:xfrm>
            <a:off x="8314836" y="1780089"/>
            <a:ext cx="241905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can track pollution levels and develop strategies for environmental protection.</a:t>
            </a:r>
          </a:p>
          <a:p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A222A8-6FF0-4611-5F52-A0C69619DAD6}"/>
              </a:ext>
            </a:extLst>
          </p:cNvPr>
          <p:cNvSpPr txBox="1"/>
          <p:nvPr/>
        </p:nvSpPr>
        <p:spPr>
          <a:xfrm>
            <a:off x="1592821" y="4602086"/>
            <a:ext cx="235974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and environmental departments can use the system to monitor CO₂ emissions and take actions to control pollution.</a:t>
            </a:r>
          </a:p>
          <a:p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7C050D-A88F-856A-77F8-7E6EE1650EA4}"/>
              </a:ext>
            </a:extLst>
          </p:cNvPr>
          <p:cNvSpPr txBox="1"/>
          <p:nvPr/>
        </p:nvSpPr>
        <p:spPr>
          <a:xfrm>
            <a:off x="8298749" y="4575226"/>
            <a:ext cx="23534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Urban planners can analyze emission data to design better traffic systems and reduce pollution in cities.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4419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7161E-B969-E90C-AA10-E6A4910F7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66B7A3-113B-FE83-9348-A46774E430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93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9A8F5B9-713C-48A7-DF48-3B0892DCCF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7526256"/>
              </p:ext>
            </p:extLst>
          </p:nvPr>
        </p:nvGraphicFramePr>
        <p:xfrm>
          <a:off x="2340981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62A663DF-710B-E479-AB73-7D581B7ADE9B}"/>
              </a:ext>
            </a:extLst>
          </p:cNvPr>
          <p:cNvGrpSpPr/>
          <p:nvPr/>
        </p:nvGrpSpPr>
        <p:grpSpPr>
          <a:xfrm>
            <a:off x="0" y="-1756"/>
            <a:ext cx="12192000" cy="785012"/>
            <a:chOff x="0" y="-1756"/>
            <a:chExt cx="12192000" cy="78501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E8C32D7-AA77-9BBD-139F-E167A377A746}"/>
                </a:ext>
              </a:extLst>
            </p:cNvPr>
            <p:cNvSpPr/>
            <p:nvPr/>
          </p:nvSpPr>
          <p:spPr>
            <a:xfrm>
              <a:off x="0" y="-1756"/>
              <a:ext cx="12192000" cy="78501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51BA744-A1AD-3578-1423-C7088B0181F8}"/>
                </a:ext>
              </a:extLst>
            </p:cNvPr>
            <p:cNvGrpSpPr/>
            <p:nvPr/>
          </p:nvGrpSpPr>
          <p:grpSpPr>
            <a:xfrm>
              <a:off x="9935825" y="79773"/>
              <a:ext cx="2113279" cy="662731"/>
              <a:chOff x="7393530" y="165700"/>
              <a:chExt cx="4673600" cy="977900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177AB866-8330-24D5-0CB2-6B09685272CB}"/>
                  </a:ext>
                </a:extLst>
              </p:cNvPr>
              <p:cNvSpPr/>
              <p:nvPr/>
            </p:nvSpPr>
            <p:spPr>
              <a:xfrm>
                <a:off x="7393530" y="165700"/>
                <a:ext cx="4673600" cy="977900"/>
              </a:xfrm>
              <a:prstGeom prst="roundRect">
                <a:avLst/>
              </a:prstGeom>
              <a:solidFill>
                <a:srgbClr val="EBEEF9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AE5E0644-BC2C-AFDA-00E3-6E6058D2E1C8}"/>
                  </a:ext>
                </a:extLst>
              </p:cNvPr>
              <p:cNvGrpSpPr/>
              <p:nvPr/>
            </p:nvGrpSpPr>
            <p:grpSpPr>
              <a:xfrm>
                <a:off x="7621089" y="322461"/>
                <a:ext cx="4218482" cy="664378"/>
                <a:chOff x="2375536" y="1112060"/>
                <a:chExt cx="5261230" cy="828603"/>
              </a:xfrm>
            </p:grpSpPr>
            <p:pic>
              <p:nvPicPr>
                <p:cNvPr id="9" name="Picture 8" descr="A close up of a logo&#10;&#10;Description automatically generated">
                  <a:extLst>
                    <a:ext uri="{FF2B5EF4-FFF2-40B4-BE49-F238E27FC236}">
                      <a16:creationId xmlns:a16="http://schemas.microsoft.com/office/drawing/2014/main" id="{5B94DE6F-A90E-F378-BC19-2791F6EE74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61375" y="1270168"/>
                  <a:ext cx="1575391" cy="512386"/>
                </a:xfrm>
                <a:prstGeom prst="rect">
                  <a:avLst/>
                </a:prstGeom>
              </p:spPr>
            </p:pic>
            <p:pic>
              <p:nvPicPr>
                <p:cNvPr id="10" name="Picture 9" descr="A yellow and red shell logo&#10;&#10;Description automatically generated">
                  <a:extLst>
                    <a:ext uri="{FF2B5EF4-FFF2-40B4-BE49-F238E27FC236}">
                      <a16:creationId xmlns:a16="http://schemas.microsoft.com/office/drawing/2014/main" id="{7DAA729D-627E-438F-F108-A5940924BA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375536" y="1112060"/>
                  <a:ext cx="985475" cy="828603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BBAC31E-70D7-464E-6C8B-C42318EA8D9E}"/>
              </a:ext>
            </a:extLst>
          </p:cNvPr>
          <p:cNvSpPr txBox="1"/>
          <p:nvPr/>
        </p:nvSpPr>
        <p:spPr>
          <a:xfrm>
            <a:off x="336920" y="107332"/>
            <a:ext cx="4265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4880CD2D-BF29-B019-994E-8ECEF417F2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3360630"/>
              </p:ext>
            </p:extLst>
          </p:nvPr>
        </p:nvGraphicFramePr>
        <p:xfrm>
          <a:off x="2089365" y="1502922"/>
          <a:ext cx="8128000" cy="4623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4146623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509FF-EE60-8451-4BE4-5FF9412A9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81BBC84-8659-781A-4213-E4CBD90258D7}"/>
              </a:ext>
            </a:extLst>
          </p:cNvPr>
          <p:cNvSpPr/>
          <p:nvPr/>
        </p:nvSpPr>
        <p:spPr>
          <a:xfrm>
            <a:off x="0" y="0"/>
            <a:ext cx="12192000" cy="3101546"/>
          </a:xfrm>
          <a:prstGeom prst="rect">
            <a:avLst/>
          </a:prstGeom>
          <a:solidFill>
            <a:srgbClr val="B93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8E7557A-51E1-5274-0086-AB53E236DB54}"/>
              </a:ext>
            </a:extLst>
          </p:cNvPr>
          <p:cNvGrpSpPr/>
          <p:nvPr/>
        </p:nvGrpSpPr>
        <p:grpSpPr>
          <a:xfrm>
            <a:off x="0" y="-1756"/>
            <a:ext cx="12192000" cy="785012"/>
            <a:chOff x="0" y="-1756"/>
            <a:chExt cx="12192000" cy="78501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11EFCA2-851F-8EB5-4A12-A2D9134CA460}"/>
                </a:ext>
              </a:extLst>
            </p:cNvPr>
            <p:cNvSpPr/>
            <p:nvPr/>
          </p:nvSpPr>
          <p:spPr>
            <a:xfrm>
              <a:off x="0" y="-1756"/>
              <a:ext cx="12192000" cy="78501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87617EB-4236-7F49-68D5-7B23246B333E}"/>
                </a:ext>
              </a:extLst>
            </p:cNvPr>
            <p:cNvGrpSpPr/>
            <p:nvPr/>
          </p:nvGrpSpPr>
          <p:grpSpPr>
            <a:xfrm>
              <a:off x="9935825" y="79773"/>
              <a:ext cx="2113279" cy="662731"/>
              <a:chOff x="7393530" y="165700"/>
              <a:chExt cx="4673600" cy="977900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691AF717-12EA-A38B-340F-288F34DAC403}"/>
                  </a:ext>
                </a:extLst>
              </p:cNvPr>
              <p:cNvSpPr/>
              <p:nvPr/>
            </p:nvSpPr>
            <p:spPr>
              <a:xfrm>
                <a:off x="7393530" y="165700"/>
                <a:ext cx="4673600" cy="977900"/>
              </a:xfrm>
              <a:prstGeom prst="roundRect">
                <a:avLst/>
              </a:prstGeom>
              <a:solidFill>
                <a:srgbClr val="EBEEF9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2023A284-785A-7172-F19C-D4A159BD5310}"/>
                  </a:ext>
                </a:extLst>
              </p:cNvPr>
              <p:cNvGrpSpPr/>
              <p:nvPr/>
            </p:nvGrpSpPr>
            <p:grpSpPr>
              <a:xfrm>
                <a:off x="7621089" y="322461"/>
                <a:ext cx="4218482" cy="664378"/>
                <a:chOff x="2375536" y="1112060"/>
                <a:chExt cx="5261230" cy="828603"/>
              </a:xfrm>
            </p:grpSpPr>
            <p:pic>
              <p:nvPicPr>
                <p:cNvPr id="7" name="Picture 6" descr="A close up of a logo&#10;&#10;Description automatically generated">
                  <a:extLst>
                    <a:ext uri="{FF2B5EF4-FFF2-40B4-BE49-F238E27FC236}">
                      <a16:creationId xmlns:a16="http://schemas.microsoft.com/office/drawing/2014/main" id="{7368DA66-99F1-AE59-32A5-57E5A07D0E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61375" y="1270168"/>
                  <a:ext cx="1575391" cy="512386"/>
                </a:xfrm>
                <a:prstGeom prst="rect">
                  <a:avLst/>
                </a:prstGeom>
              </p:spPr>
            </p:pic>
            <p:pic>
              <p:nvPicPr>
                <p:cNvPr id="8" name="Picture 7" descr="A yellow and red shell logo&#10;&#10;Description automatically generated">
                  <a:extLst>
                    <a:ext uri="{FF2B5EF4-FFF2-40B4-BE49-F238E27FC236}">
                      <a16:creationId xmlns:a16="http://schemas.microsoft.com/office/drawing/2014/main" id="{46F02CE4-EB78-12DD-32F5-A48683B240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75536" y="1112060"/>
                  <a:ext cx="985475" cy="828603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D177533-754C-55EA-FA47-2E80FA64185E}"/>
              </a:ext>
            </a:extLst>
          </p:cNvPr>
          <p:cNvSpPr txBox="1"/>
          <p:nvPr/>
        </p:nvSpPr>
        <p:spPr>
          <a:xfrm>
            <a:off x="329723" y="134852"/>
            <a:ext cx="34707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CO₂ Calculation</a:t>
            </a:r>
          </a:p>
          <a:p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0F9598-511F-A798-2A96-6FFF6337664F}"/>
                  </a:ext>
                </a:extLst>
              </p:cNvPr>
              <p:cNvSpPr txBox="1"/>
              <p:nvPr/>
            </p:nvSpPr>
            <p:spPr>
              <a:xfrm>
                <a:off x="1966019" y="3207784"/>
                <a:ext cx="9783096" cy="3202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cs typeface="+mj-cs"/>
                  </a:rPr>
                  <a:t>Formula:</a:t>
                </a:r>
                <a:endParaRPr lang="en-IN" sz="2400" dirty="0">
                  <a:cs typeface="+mj-cs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cs typeface="+mj-cs"/>
                        </a:rPr>
                        <m:t>𝐶</m:t>
                      </m:r>
                      <m:sSub>
                        <m:sSubPr>
                          <m:ctrlPr>
                            <a:rPr lang="ar-AE" sz="2400" i="1">
                              <a:cs typeface="+mj-cs"/>
                            </a:rPr>
                          </m:ctrlPr>
                        </m:sSubPr>
                        <m:e>
                          <m:r>
                            <a:rPr lang="ar-AE" sz="2400" i="1">
                              <a:cs typeface="+mj-cs"/>
                            </a:rPr>
                            <m:t>𝑂</m:t>
                          </m:r>
                        </m:e>
                        <m:sub>
                          <m:r>
                            <a:rPr lang="ar-AE" sz="2400">
                              <a:cs typeface="+mj-cs"/>
                            </a:rPr>
                            <m:t>2</m:t>
                          </m:r>
                        </m:sub>
                      </m:sSub>
                      <m:r>
                        <a:rPr lang="ar-AE" sz="2400">
                          <a:cs typeface="+mj-cs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sz="2400" i="1">
                              <a:cs typeface="+mj-cs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2400">
                              <a:cs typeface="+mj-cs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ctrlPr>
                            <a:rPr lang="ar-AE" sz="2400" i="1">
                              <a:cs typeface="+mj-cs"/>
                            </a:rPr>
                          </m:ctrlPr>
                        </m:dPr>
                        <m:e>
                          <m:r>
                            <a:rPr lang="ar-AE" sz="2400" i="1">
                              <a:cs typeface="+mj-cs"/>
                            </a:rPr>
                            <m:t>𝑉𝑒</m:t>
                          </m:r>
                          <m:r>
                            <a:rPr lang="ar-AE" sz="2400" i="1">
                              <a:cs typeface="+mj-cs"/>
                            </a:rPr>
                            <m:t>h</m:t>
                          </m:r>
                          <m:r>
                            <a:rPr lang="ar-AE" sz="2400" i="1">
                              <a:cs typeface="+mj-cs"/>
                            </a:rPr>
                            <m:t>𝑖𝑐𝑙𝑒</m:t>
                          </m:r>
                          <m:r>
                            <m:rPr>
                              <m:nor/>
                            </m:rPr>
                            <a:rPr lang="ar-AE" sz="2400" i="1">
                              <a:cs typeface="+mj-cs"/>
                            </a:rPr>
                            <m:t> </m:t>
                          </m:r>
                          <m:r>
                            <a:rPr lang="ar-AE" sz="2400" i="1">
                              <a:cs typeface="+mj-cs"/>
                            </a:rPr>
                            <m:t>𝐶𝑜𝑢𝑛𝑡</m:t>
                          </m:r>
                          <m:r>
                            <a:rPr lang="ar-AE" sz="2400">
                              <a:cs typeface="+mj-cs"/>
                            </a:rPr>
                            <m:t>×</m:t>
                          </m:r>
                          <m:r>
                            <a:rPr lang="ar-AE" sz="2400" i="1">
                              <a:cs typeface="+mj-cs"/>
                            </a:rPr>
                            <m:t>𝐸𝑚𝑖𝑠𝑠𝑖𝑜𝑛</m:t>
                          </m:r>
                          <m:r>
                            <m:rPr>
                              <m:nor/>
                            </m:rPr>
                            <a:rPr lang="ar-AE" sz="2400" i="1">
                              <a:cs typeface="+mj-cs"/>
                            </a:rPr>
                            <m:t> </m:t>
                          </m:r>
                          <m:r>
                            <a:rPr lang="ar-AE" sz="2400" i="1">
                              <a:cs typeface="+mj-cs"/>
                            </a:rPr>
                            <m:t>𝐹𝑎𝑐𝑡𝑜𝑟</m:t>
                          </m:r>
                        </m:e>
                      </m:d>
                    </m:oMath>
                  </m:oMathPara>
                </a14:m>
                <a:endParaRPr lang="ar-AE" sz="2400" b="0" dirty="0">
                  <a:cs typeface="+mj-cs"/>
                </a:endParaRPr>
              </a:p>
              <a:p>
                <a:r>
                  <a:rPr lang="en-IN" sz="2400" b="1" dirty="0">
                    <a:cs typeface="+mj-cs"/>
                  </a:rPr>
                  <a:t>Example:</a:t>
                </a:r>
                <a:br>
                  <a:rPr lang="en-IN" sz="2400" dirty="0">
                    <a:cs typeface="+mj-cs"/>
                  </a:rPr>
                </a:br>
                <a:r>
                  <a:rPr lang="en-IN" sz="2400" dirty="0">
                    <a:cs typeface="+mj-cs"/>
                  </a:rPr>
                  <a:t>Car = 5, Bike = 3, Bus = 1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cs typeface="+mj-cs"/>
                        </a:rPr>
                        <m:t>𝐶</m:t>
                      </m:r>
                      <m:sSub>
                        <m:sSubPr>
                          <m:ctrlPr>
                            <a:rPr lang="ar-AE" sz="2400" i="1">
                              <a:cs typeface="+mj-cs"/>
                            </a:rPr>
                          </m:ctrlPr>
                        </m:sSubPr>
                        <m:e>
                          <m:r>
                            <a:rPr lang="ar-AE" sz="2400" i="1">
                              <a:cs typeface="+mj-cs"/>
                            </a:rPr>
                            <m:t>𝑂</m:t>
                          </m:r>
                        </m:e>
                        <m:sub>
                          <m:r>
                            <a:rPr lang="ar-AE" sz="2400">
                              <a:cs typeface="+mj-cs"/>
                            </a:rPr>
                            <m:t>2</m:t>
                          </m:r>
                        </m:sub>
                      </m:sSub>
                      <m:r>
                        <a:rPr lang="ar-AE" sz="2400">
                          <a:cs typeface="+mj-cs"/>
                        </a:rPr>
                        <m:t>=</m:t>
                      </m:r>
                      <m:d>
                        <m:dPr>
                          <m:ctrlPr>
                            <a:rPr lang="ar-AE" sz="2400" i="1">
                              <a:cs typeface="+mj-cs"/>
                            </a:rPr>
                          </m:ctrlPr>
                        </m:dPr>
                        <m:e>
                          <m:r>
                            <a:rPr lang="ar-AE" sz="2400">
                              <a:cs typeface="+mj-cs"/>
                            </a:rPr>
                            <m:t>5</m:t>
                          </m:r>
                          <m:r>
                            <a:rPr lang="ar-AE" sz="2400">
                              <a:cs typeface="+mj-cs"/>
                            </a:rPr>
                            <m:t>×</m:t>
                          </m:r>
                          <m:r>
                            <a:rPr lang="ar-AE" sz="2400">
                              <a:cs typeface="+mj-cs"/>
                            </a:rPr>
                            <m:t>120</m:t>
                          </m:r>
                        </m:e>
                      </m:d>
                      <m:r>
                        <a:rPr lang="ar-AE" sz="2400">
                          <a:cs typeface="+mj-cs"/>
                        </a:rPr>
                        <m:t>+</m:t>
                      </m:r>
                      <m:d>
                        <m:dPr>
                          <m:ctrlPr>
                            <a:rPr lang="ar-AE" sz="2400" i="1">
                              <a:cs typeface="+mj-cs"/>
                            </a:rPr>
                          </m:ctrlPr>
                        </m:dPr>
                        <m:e>
                          <m:r>
                            <a:rPr lang="ar-AE" sz="2400">
                              <a:cs typeface="+mj-cs"/>
                            </a:rPr>
                            <m:t>3</m:t>
                          </m:r>
                          <m:r>
                            <a:rPr lang="ar-AE" sz="2400">
                              <a:cs typeface="+mj-cs"/>
                            </a:rPr>
                            <m:t>×</m:t>
                          </m:r>
                          <m:r>
                            <a:rPr lang="ar-AE" sz="2400">
                              <a:cs typeface="+mj-cs"/>
                            </a:rPr>
                            <m:t>80</m:t>
                          </m:r>
                        </m:e>
                      </m:d>
                      <m:r>
                        <a:rPr lang="ar-AE" sz="2400">
                          <a:cs typeface="+mj-cs"/>
                        </a:rPr>
                        <m:t>+</m:t>
                      </m:r>
                      <m:d>
                        <m:dPr>
                          <m:ctrlPr>
                            <a:rPr lang="ar-AE" sz="2400" i="1">
                              <a:cs typeface="+mj-cs"/>
                            </a:rPr>
                          </m:ctrlPr>
                        </m:dPr>
                        <m:e>
                          <m:r>
                            <a:rPr lang="ar-AE" sz="2400">
                              <a:cs typeface="+mj-cs"/>
                            </a:rPr>
                            <m:t>1</m:t>
                          </m:r>
                          <m:r>
                            <a:rPr lang="ar-AE" sz="2400">
                              <a:cs typeface="+mj-cs"/>
                            </a:rPr>
                            <m:t>×</m:t>
                          </m:r>
                          <m:r>
                            <a:rPr lang="ar-AE" sz="2400">
                              <a:cs typeface="+mj-cs"/>
                            </a:rPr>
                            <m:t>300</m:t>
                          </m:r>
                        </m:e>
                      </m:d>
                    </m:oMath>
                  </m:oMathPara>
                </a14:m>
                <a:endParaRPr lang="ar-AE" sz="2400" dirty="0">
                  <a:cs typeface="+mj-cs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>
                          <a:cs typeface="+mj-cs"/>
                        </a:rPr>
                        <m:t>=</m:t>
                      </m:r>
                      <m:r>
                        <a:rPr lang="ar-AE" sz="2400">
                          <a:cs typeface="+mj-cs"/>
                        </a:rPr>
                        <m:t>600</m:t>
                      </m:r>
                      <m:r>
                        <a:rPr lang="ar-AE" sz="2400">
                          <a:cs typeface="+mj-cs"/>
                        </a:rPr>
                        <m:t>+</m:t>
                      </m:r>
                      <m:r>
                        <a:rPr lang="ar-AE" sz="2400">
                          <a:cs typeface="+mj-cs"/>
                        </a:rPr>
                        <m:t>240</m:t>
                      </m:r>
                      <m:r>
                        <a:rPr lang="ar-AE" sz="2400">
                          <a:cs typeface="+mj-cs"/>
                        </a:rPr>
                        <m:t>+</m:t>
                      </m:r>
                      <m:r>
                        <a:rPr lang="ar-AE" sz="2400">
                          <a:cs typeface="+mj-cs"/>
                        </a:rPr>
                        <m:t>300</m:t>
                      </m:r>
                      <m:r>
                        <a:rPr lang="ar-AE" sz="2400">
                          <a:cs typeface="+mj-cs"/>
                        </a:rPr>
                        <m:t>=</m:t>
                      </m:r>
                      <m:r>
                        <a:rPr lang="ar-AE" sz="2400">
                          <a:cs typeface="+mj-cs"/>
                        </a:rPr>
                        <m:t>1140</m:t>
                      </m:r>
                      <m:r>
                        <m:rPr>
                          <m:nor/>
                        </m:rPr>
                        <a:rPr lang="ar-AE" sz="2400" i="1">
                          <a:cs typeface="+mj-cs"/>
                        </a:rPr>
                        <m:t> </m:t>
                      </m:r>
                      <m:r>
                        <a:rPr lang="ar-AE" sz="2400" i="1">
                          <a:cs typeface="+mj-cs"/>
                        </a:rPr>
                        <m:t>𝑔</m:t>
                      </m:r>
                      <m:r>
                        <a:rPr lang="ar-AE" sz="2400">
                          <a:cs typeface="+mj-cs"/>
                        </a:rPr>
                        <m:t>/</m:t>
                      </m:r>
                      <m:r>
                        <a:rPr lang="ar-AE" sz="2400" i="1">
                          <a:cs typeface="+mj-cs"/>
                        </a:rPr>
                        <m:t>𝑘𝑚</m:t>
                      </m:r>
                    </m:oMath>
                  </m:oMathPara>
                </a14:m>
                <a:endParaRPr lang="ar-AE" sz="2400" b="0" dirty="0">
                  <a:cs typeface="+mj-cs"/>
                </a:endParaRPr>
              </a:p>
              <a:p>
                <a:endParaRPr lang="en-IN" sz="2400" dirty="0">
                  <a:cs typeface="+mj-cs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0F9598-511F-A798-2A96-6FFF63376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019" y="3207784"/>
                <a:ext cx="9783096" cy="3202672"/>
              </a:xfrm>
              <a:prstGeom prst="rect">
                <a:avLst/>
              </a:prstGeom>
              <a:blipFill>
                <a:blip r:embed="rId4"/>
                <a:stretch>
                  <a:fillRect l="-998" t="-15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7391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1E3E5-C7C2-E59C-2B46-D64263829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EEC36D5-8185-E4FD-B2B9-0EABF332004C}"/>
              </a:ext>
            </a:extLst>
          </p:cNvPr>
          <p:cNvSpPr/>
          <p:nvPr/>
        </p:nvSpPr>
        <p:spPr>
          <a:xfrm>
            <a:off x="5468817" y="0"/>
            <a:ext cx="6723184" cy="6858000"/>
          </a:xfrm>
          <a:prstGeom prst="rect">
            <a:avLst/>
          </a:prstGeom>
          <a:solidFill>
            <a:srgbClr val="B93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A30C642-651A-FE6C-2AEF-C2687A792315}"/>
              </a:ext>
            </a:extLst>
          </p:cNvPr>
          <p:cNvGrpSpPr/>
          <p:nvPr/>
        </p:nvGrpSpPr>
        <p:grpSpPr>
          <a:xfrm>
            <a:off x="0" y="-1756"/>
            <a:ext cx="12192000" cy="785012"/>
            <a:chOff x="0" y="-1756"/>
            <a:chExt cx="12192000" cy="78501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606B748-EEF8-689E-1550-5B9910624961}"/>
                </a:ext>
              </a:extLst>
            </p:cNvPr>
            <p:cNvSpPr/>
            <p:nvPr/>
          </p:nvSpPr>
          <p:spPr>
            <a:xfrm>
              <a:off x="0" y="-1756"/>
              <a:ext cx="12192000" cy="78501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22723A7-0AD9-D3B9-434C-A16B9D9C07D8}"/>
                </a:ext>
              </a:extLst>
            </p:cNvPr>
            <p:cNvGrpSpPr/>
            <p:nvPr/>
          </p:nvGrpSpPr>
          <p:grpSpPr>
            <a:xfrm>
              <a:off x="9935825" y="79773"/>
              <a:ext cx="2113279" cy="662731"/>
              <a:chOff x="7393530" y="165700"/>
              <a:chExt cx="4673600" cy="977900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ABB05E4-671E-C4DE-20AC-EC1C4EC5B45A}"/>
                  </a:ext>
                </a:extLst>
              </p:cNvPr>
              <p:cNvSpPr/>
              <p:nvPr/>
            </p:nvSpPr>
            <p:spPr>
              <a:xfrm>
                <a:off x="7393530" y="165700"/>
                <a:ext cx="4673600" cy="977900"/>
              </a:xfrm>
              <a:prstGeom prst="roundRect">
                <a:avLst/>
              </a:prstGeom>
              <a:solidFill>
                <a:srgbClr val="EBEEF9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88AF3370-4D4E-A887-F159-A846DBF22D12}"/>
                  </a:ext>
                </a:extLst>
              </p:cNvPr>
              <p:cNvGrpSpPr/>
              <p:nvPr/>
            </p:nvGrpSpPr>
            <p:grpSpPr>
              <a:xfrm>
                <a:off x="7621089" y="322461"/>
                <a:ext cx="4218482" cy="664378"/>
                <a:chOff x="2375536" y="1112060"/>
                <a:chExt cx="5261230" cy="828603"/>
              </a:xfrm>
            </p:grpSpPr>
            <p:pic>
              <p:nvPicPr>
                <p:cNvPr id="7" name="Picture 6" descr="A close up of a logo&#10;&#10;Description automatically generated">
                  <a:extLst>
                    <a:ext uri="{FF2B5EF4-FFF2-40B4-BE49-F238E27FC236}">
                      <a16:creationId xmlns:a16="http://schemas.microsoft.com/office/drawing/2014/main" id="{74957AEB-0C16-3A02-4136-FC1BB149E7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61375" y="1270168"/>
                  <a:ext cx="1575391" cy="512386"/>
                </a:xfrm>
                <a:prstGeom prst="rect">
                  <a:avLst/>
                </a:prstGeom>
              </p:spPr>
            </p:pic>
            <p:pic>
              <p:nvPicPr>
                <p:cNvPr id="8" name="Picture 7" descr="A yellow and red shell logo&#10;&#10;Description automatically generated">
                  <a:extLst>
                    <a:ext uri="{FF2B5EF4-FFF2-40B4-BE49-F238E27FC236}">
                      <a16:creationId xmlns:a16="http://schemas.microsoft.com/office/drawing/2014/main" id="{A6B9A8D1-4DE5-C4AF-A86C-388F372490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75536" y="1112060"/>
                  <a:ext cx="985475" cy="828603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B40B95C-F097-44B4-2E59-59FE1F496975}"/>
              </a:ext>
            </a:extLst>
          </p:cNvPr>
          <p:cNvSpPr txBox="1"/>
          <p:nvPr/>
        </p:nvSpPr>
        <p:spPr>
          <a:xfrm>
            <a:off x="142896" y="146219"/>
            <a:ext cx="3824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264B5F9-431B-6A1B-6DF6-F69A086EAE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58222" y1="21778" x2="58222" y2="21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779" y="1010766"/>
            <a:ext cx="992731" cy="99273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E459C3E-601F-29EF-4D64-2DEEC7A0AC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132" y="3193495"/>
            <a:ext cx="1270139" cy="127013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A571F60-48E9-73A8-B5D0-F712B9EA1F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657" y="1507132"/>
            <a:ext cx="3028950" cy="151447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859B35C-1A93-942F-9E2F-079794543A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02" y="1140131"/>
            <a:ext cx="2178122" cy="63202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71AAB5B-A6A1-8D84-D65B-74C28B73C9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16" y="3868684"/>
            <a:ext cx="1344215" cy="165697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0224AC7-EA09-F1AF-B4AD-C6F6FAA588A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62087"/>
            <a:ext cx="3659073" cy="72745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45B863-0D60-9BC9-5F59-7828EA85377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492" y="4639006"/>
            <a:ext cx="3362325" cy="136207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C5FC08F-1325-B6C0-B561-8632A8FBD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6726" y="4639006"/>
            <a:ext cx="2949284" cy="1651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97A13E3-D47E-B61F-9A4D-9AA7DFB7ABBB}"/>
              </a:ext>
            </a:extLst>
          </p:cNvPr>
          <p:cNvSpPr txBox="1"/>
          <p:nvPr/>
        </p:nvSpPr>
        <p:spPr>
          <a:xfrm>
            <a:off x="5558125" y="4122684"/>
            <a:ext cx="6723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-------------------------------------------------------------------------------------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5F6CB5F-00B4-8932-07B8-0E3F11631F40}"/>
              </a:ext>
            </a:extLst>
          </p:cNvPr>
          <p:cNvSpPr/>
          <p:nvPr/>
        </p:nvSpPr>
        <p:spPr>
          <a:xfrm>
            <a:off x="7616805" y="5513210"/>
            <a:ext cx="692805" cy="70739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BC10EFB-950C-97BE-CC6D-9CECC606D1FC}"/>
              </a:ext>
            </a:extLst>
          </p:cNvPr>
          <p:cNvSpPr/>
          <p:nvPr/>
        </p:nvSpPr>
        <p:spPr>
          <a:xfrm>
            <a:off x="9045555" y="4865188"/>
            <a:ext cx="1115715" cy="71646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67A9C81-D374-DE4B-655D-009CE39EEA2A}"/>
              </a:ext>
            </a:extLst>
          </p:cNvPr>
          <p:cNvCxnSpPr/>
          <p:nvPr/>
        </p:nvCxnSpPr>
        <p:spPr>
          <a:xfrm>
            <a:off x="10038721" y="5173980"/>
            <a:ext cx="6178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4046188-C90E-50B2-4829-8D1EB3552C73}"/>
              </a:ext>
            </a:extLst>
          </p:cNvPr>
          <p:cNvCxnSpPr>
            <a:cxnSpLocks/>
          </p:cNvCxnSpPr>
          <p:nvPr/>
        </p:nvCxnSpPr>
        <p:spPr>
          <a:xfrm flipH="1">
            <a:off x="7223760" y="5924550"/>
            <a:ext cx="5260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6F961E0-7EFC-176B-721D-FDF511DB4609}"/>
              </a:ext>
            </a:extLst>
          </p:cNvPr>
          <p:cNvSpPr txBox="1"/>
          <p:nvPr/>
        </p:nvSpPr>
        <p:spPr>
          <a:xfrm>
            <a:off x="10658663" y="4994912"/>
            <a:ext cx="1461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-1 : bus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95F795-8F68-19A0-218B-1643E7824AEA}"/>
              </a:ext>
            </a:extLst>
          </p:cNvPr>
          <p:cNvSpPr txBox="1"/>
          <p:nvPr/>
        </p:nvSpPr>
        <p:spPr>
          <a:xfrm>
            <a:off x="5691783" y="5739884"/>
            <a:ext cx="1547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Class – 0 : car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6E0C988-E3DC-A84F-F052-AAC4793A4D7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3" y="5796723"/>
            <a:ext cx="2640247" cy="912337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801973CF-F65D-74B5-DE55-D4584F8C6E0A}"/>
              </a:ext>
            </a:extLst>
          </p:cNvPr>
          <p:cNvSpPr txBox="1"/>
          <p:nvPr/>
        </p:nvSpPr>
        <p:spPr>
          <a:xfrm>
            <a:off x="5396506" y="964312"/>
            <a:ext cx="6723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DETAILS OF DATASET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44EBE0-3EEE-5069-2E2B-0E3525C50427}"/>
              </a:ext>
            </a:extLst>
          </p:cNvPr>
          <p:cNvSpPr txBox="1"/>
          <p:nvPr/>
        </p:nvSpPr>
        <p:spPr>
          <a:xfrm>
            <a:off x="5517775" y="1557852"/>
            <a:ext cx="35215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COCO Dataset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Images: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~330,000 images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Labeled Images: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~200,000 images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Annotations: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1.5 million+ object instances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Classes: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80 object categories 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B58DD60-EF26-2675-8743-9538A602E256}"/>
              </a:ext>
            </a:extLst>
          </p:cNvPr>
          <p:cNvSpPr txBox="1"/>
          <p:nvPr/>
        </p:nvSpPr>
        <p:spPr>
          <a:xfrm>
            <a:off x="9127890" y="1574420"/>
            <a:ext cx="31585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CO₂ Emission by Vehicles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Assumed Values 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 →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 g/km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Bike →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 g/km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 →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 g/km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Truck →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 g/km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230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33CF8-6B25-1AE0-7743-910E30D5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879F3F9-E254-32D0-31B0-3F36E228344E}"/>
              </a:ext>
            </a:extLst>
          </p:cNvPr>
          <p:cNvSpPr/>
          <p:nvPr/>
        </p:nvSpPr>
        <p:spPr>
          <a:xfrm>
            <a:off x="8859795" y="0"/>
            <a:ext cx="3332205" cy="6858000"/>
          </a:xfrm>
          <a:prstGeom prst="rect">
            <a:avLst/>
          </a:prstGeom>
          <a:solidFill>
            <a:srgbClr val="B93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186DF2-BB58-33B5-B46F-9C24D5AEAF67}"/>
              </a:ext>
            </a:extLst>
          </p:cNvPr>
          <p:cNvGrpSpPr/>
          <p:nvPr/>
        </p:nvGrpSpPr>
        <p:grpSpPr>
          <a:xfrm>
            <a:off x="0" y="-1756"/>
            <a:ext cx="12192000" cy="785012"/>
            <a:chOff x="0" y="-1756"/>
            <a:chExt cx="12192000" cy="78501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FAE40BB-464B-1A09-652E-AA7EB22F1E05}"/>
                </a:ext>
              </a:extLst>
            </p:cNvPr>
            <p:cNvSpPr/>
            <p:nvPr/>
          </p:nvSpPr>
          <p:spPr>
            <a:xfrm>
              <a:off x="0" y="-1756"/>
              <a:ext cx="12192000" cy="78501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138F66D-53F2-9E81-530F-C6B371763AEF}"/>
                </a:ext>
              </a:extLst>
            </p:cNvPr>
            <p:cNvGrpSpPr/>
            <p:nvPr/>
          </p:nvGrpSpPr>
          <p:grpSpPr>
            <a:xfrm>
              <a:off x="9935825" y="79773"/>
              <a:ext cx="2113279" cy="662731"/>
              <a:chOff x="7393530" y="165700"/>
              <a:chExt cx="4673600" cy="977900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00059AC1-E415-097F-938B-E6C80060BB40}"/>
                  </a:ext>
                </a:extLst>
              </p:cNvPr>
              <p:cNvSpPr/>
              <p:nvPr/>
            </p:nvSpPr>
            <p:spPr>
              <a:xfrm>
                <a:off x="7393530" y="165700"/>
                <a:ext cx="4673600" cy="977900"/>
              </a:xfrm>
              <a:prstGeom prst="roundRect">
                <a:avLst/>
              </a:prstGeom>
              <a:solidFill>
                <a:srgbClr val="EBEEF9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FF7B1406-BACD-4B2D-3948-627625D7CC6A}"/>
                  </a:ext>
                </a:extLst>
              </p:cNvPr>
              <p:cNvGrpSpPr/>
              <p:nvPr/>
            </p:nvGrpSpPr>
            <p:grpSpPr>
              <a:xfrm>
                <a:off x="7621089" y="322461"/>
                <a:ext cx="4218482" cy="664378"/>
                <a:chOff x="2375536" y="1112060"/>
                <a:chExt cx="5261230" cy="828603"/>
              </a:xfrm>
            </p:grpSpPr>
            <p:pic>
              <p:nvPicPr>
                <p:cNvPr id="7" name="Picture 6" descr="A close up of a logo&#10;&#10;Description automatically generated">
                  <a:extLst>
                    <a:ext uri="{FF2B5EF4-FFF2-40B4-BE49-F238E27FC236}">
                      <a16:creationId xmlns:a16="http://schemas.microsoft.com/office/drawing/2014/main" id="{1D2100AC-319C-1329-886D-6255873F7C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61375" y="1270168"/>
                  <a:ext cx="1575391" cy="512386"/>
                </a:xfrm>
                <a:prstGeom prst="rect">
                  <a:avLst/>
                </a:prstGeom>
              </p:spPr>
            </p:pic>
            <p:pic>
              <p:nvPicPr>
                <p:cNvPr id="8" name="Picture 7" descr="A yellow and red shell logo&#10;&#10;Description automatically generated">
                  <a:extLst>
                    <a:ext uri="{FF2B5EF4-FFF2-40B4-BE49-F238E27FC236}">
                      <a16:creationId xmlns:a16="http://schemas.microsoft.com/office/drawing/2014/main" id="{48D915C3-5C58-BA82-6081-E7CB526CAD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75536" y="1112060"/>
                  <a:ext cx="985475" cy="828603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69CC1B2-1F70-C766-BA06-70CAEAA2D20C}"/>
              </a:ext>
            </a:extLst>
          </p:cNvPr>
          <p:cNvSpPr txBox="1"/>
          <p:nvPr/>
        </p:nvSpPr>
        <p:spPr>
          <a:xfrm>
            <a:off x="442451" y="186011"/>
            <a:ext cx="3116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WOW FACTORS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483CB77-5CC8-9763-2B0D-5309485EA913}"/>
              </a:ext>
            </a:extLst>
          </p:cNvPr>
          <p:cNvSpPr/>
          <p:nvPr/>
        </p:nvSpPr>
        <p:spPr>
          <a:xfrm>
            <a:off x="1560871" y="1386348"/>
            <a:ext cx="9070258" cy="490709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45C0E02-6F0E-0D19-481B-201987C82A3A}"/>
              </a:ext>
            </a:extLst>
          </p:cNvPr>
          <p:cNvSpPr/>
          <p:nvPr/>
        </p:nvSpPr>
        <p:spPr>
          <a:xfrm>
            <a:off x="2601096" y="1719789"/>
            <a:ext cx="1828800" cy="1102068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Estimates CO₂ emissions using only images—no expensive hardware required.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4E2F958-1FAA-CC00-30D4-ED5942ACF2C1}"/>
              </a:ext>
            </a:extLst>
          </p:cNvPr>
          <p:cNvSpPr/>
          <p:nvPr/>
        </p:nvSpPr>
        <p:spPr>
          <a:xfrm>
            <a:off x="1887791" y="3263424"/>
            <a:ext cx="1828800" cy="110206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image analysis enables near real-time emission estimation.</a:t>
            </a:r>
          </a:p>
          <a:p>
            <a:pPr algn="ctr"/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357A5AD-F0B1-03FF-16BE-EC7D29E4057C}"/>
              </a:ext>
            </a:extLst>
          </p:cNvPr>
          <p:cNvSpPr/>
          <p:nvPr/>
        </p:nvSpPr>
        <p:spPr>
          <a:xfrm>
            <a:off x="7762104" y="1719789"/>
            <a:ext cx="1828800" cy="110206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fast and efficient even on low-power devices.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EA62D3B-82FC-74CD-8DB9-90E401CFD2DE}"/>
              </a:ext>
            </a:extLst>
          </p:cNvPr>
          <p:cNvSpPr/>
          <p:nvPr/>
        </p:nvSpPr>
        <p:spPr>
          <a:xfrm>
            <a:off x="8475409" y="3263424"/>
            <a:ext cx="1828800" cy="110206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the need for physical sensors, reducing overall system cost.</a:t>
            </a:r>
          </a:p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6A21CBB-B4FA-2907-3FBA-A0ED41502E2D}"/>
              </a:ext>
            </a:extLst>
          </p:cNvPr>
          <p:cNvSpPr/>
          <p:nvPr/>
        </p:nvSpPr>
        <p:spPr>
          <a:xfrm>
            <a:off x="7762104" y="4807060"/>
            <a:ext cx="1828800" cy="110206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integrated with maps and dashboards for visualization.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67F07F6-B194-CC65-264B-24AC0C30EB42}"/>
              </a:ext>
            </a:extLst>
          </p:cNvPr>
          <p:cNvSpPr/>
          <p:nvPr/>
        </p:nvSpPr>
        <p:spPr>
          <a:xfrm>
            <a:off x="2601098" y="4807060"/>
            <a:ext cx="1828800" cy="110206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work with CCTV or traffic images across large areas.</a:t>
            </a:r>
          </a:p>
        </p:txBody>
      </p:sp>
      <p:pic>
        <p:nvPicPr>
          <p:cNvPr id="21" name="Graphic 20" descr="Rocket with solid fill">
            <a:extLst>
              <a:ext uri="{FF2B5EF4-FFF2-40B4-BE49-F238E27FC236}">
                <a16:creationId xmlns:a16="http://schemas.microsoft.com/office/drawing/2014/main" id="{9434158C-D13A-EB6F-A87C-DB947C91DF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8913665">
            <a:off x="4876166" y="2776081"/>
            <a:ext cx="2439667" cy="243966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D0D5EE3-233A-6DCD-D32D-01A650793D19}"/>
              </a:ext>
            </a:extLst>
          </p:cNvPr>
          <p:cNvSpPr txBox="1"/>
          <p:nvPr/>
        </p:nvSpPr>
        <p:spPr>
          <a:xfrm>
            <a:off x="4931354" y="1536198"/>
            <a:ext cx="1759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WOW</a:t>
            </a:r>
            <a:endParaRPr lang="en-IN" sz="32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BB045D-5F42-3B0B-2652-870F648DB84F}"/>
              </a:ext>
            </a:extLst>
          </p:cNvPr>
          <p:cNvSpPr txBox="1"/>
          <p:nvPr/>
        </p:nvSpPr>
        <p:spPr>
          <a:xfrm>
            <a:off x="5068530" y="5480065"/>
            <a:ext cx="2054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FACTORS</a:t>
            </a:r>
            <a:endParaRPr lang="en-IN" sz="28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9048CB-8CFD-ABDC-42C2-D0C98DD8BEF0}"/>
              </a:ext>
            </a:extLst>
          </p:cNvPr>
          <p:cNvSpPr/>
          <p:nvPr/>
        </p:nvSpPr>
        <p:spPr>
          <a:xfrm>
            <a:off x="5598544" y="1536198"/>
            <a:ext cx="837596" cy="4571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17A972-C268-C8B2-E789-75E8B77E4227}"/>
              </a:ext>
            </a:extLst>
          </p:cNvPr>
          <p:cNvSpPr/>
          <p:nvPr/>
        </p:nvSpPr>
        <p:spPr>
          <a:xfrm>
            <a:off x="5277320" y="5980425"/>
            <a:ext cx="1272818" cy="45719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99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36F50-0485-7975-2648-37D76C9AB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92056A9-EF8D-9620-0DE3-971F7FFA58CE}"/>
              </a:ext>
            </a:extLst>
          </p:cNvPr>
          <p:cNvGrpSpPr/>
          <p:nvPr/>
        </p:nvGrpSpPr>
        <p:grpSpPr>
          <a:xfrm>
            <a:off x="0" y="-1756"/>
            <a:ext cx="12192000" cy="785012"/>
            <a:chOff x="0" y="-1756"/>
            <a:chExt cx="12192000" cy="78501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15BF800-6B19-3188-A98F-0DA6A17BA3C6}"/>
                </a:ext>
              </a:extLst>
            </p:cNvPr>
            <p:cNvSpPr/>
            <p:nvPr/>
          </p:nvSpPr>
          <p:spPr>
            <a:xfrm>
              <a:off x="0" y="-1756"/>
              <a:ext cx="12192000" cy="78501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54A610D-C0EB-D5B1-28B4-7080C9087B17}"/>
                </a:ext>
              </a:extLst>
            </p:cNvPr>
            <p:cNvGrpSpPr/>
            <p:nvPr/>
          </p:nvGrpSpPr>
          <p:grpSpPr>
            <a:xfrm>
              <a:off x="9935825" y="79773"/>
              <a:ext cx="2113279" cy="662731"/>
              <a:chOff x="7393530" y="165700"/>
              <a:chExt cx="4673600" cy="977900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BDBD07DA-F31D-C574-0BE6-0985D81FD742}"/>
                  </a:ext>
                </a:extLst>
              </p:cNvPr>
              <p:cNvSpPr/>
              <p:nvPr/>
            </p:nvSpPr>
            <p:spPr>
              <a:xfrm>
                <a:off x="7393530" y="165700"/>
                <a:ext cx="4673600" cy="977900"/>
              </a:xfrm>
              <a:prstGeom prst="roundRect">
                <a:avLst/>
              </a:prstGeom>
              <a:solidFill>
                <a:srgbClr val="EBEEF9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9D0E1C4F-4A94-0436-62F1-5013AE50E65F}"/>
                  </a:ext>
                </a:extLst>
              </p:cNvPr>
              <p:cNvGrpSpPr/>
              <p:nvPr/>
            </p:nvGrpSpPr>
            <p:grpSpPr>
              <a:xfrm>
                <a:off x="7621089" y="322461"/>
                <a:ext cx="4218482" cy="664378"/>
                <a:chOff x="2375536" y="1112060"/>
                <a:chExt cx="5261230" cy="828603"/>
              </a:xfrm>
            </p:grpSpPr>
            <p:pic>
              <p:nvPicPr>
                <p:cNvPr id="7" name="Picture 6" descr="A close up of a logo&#10;&#10;Description automatically generated">
                  <a:extLst>
                    <a:ext uri="{FF2B5EF4-FFF2-40B4-BE49-F238E27FC236}">
                      <a16:creationId xmlns:a16="http://schemas.microsoft.com/office/drawing/2014/main" id="{309FF64D-7F6C-900A-6373-315B89670D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61375" y="1270168"/>
                  <a:ext cx="1575391" cy="512386"/>
                </a:xfrm>
                <a:prstGeom prst="rect">
                  <a:avLst/>
                </a:prstGeom>
              </p:spPr>
            </p:pic>
            <p:pic>
              <p:nvPicPr>
                <p:cNvPr id="8" name="Picture 7" descr="A yellow and red shell logo&#10;&#10;Description automatically generated">
                  <a:extLst>
                    <a:ext uri="{FF2B5EF4-FFF2-40B4-BE49-F238E27FC236}">
                      <a16:creationId xmlns:a16="http://schemas.microsoft.com/office/drawing/2014/main" id="{832860F9-CF1A-E9B3-99AE-865EB4AB33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75536" y="1112060"/>
                  <a:ext cx="985475" cy="828603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B0E9212-4504-0C05-2972-5DBE882F1C38}"/>
              </a:ext>
            </a:extLst>
          </p:cNvPr>
          <p:cNvSpPr txBox="1"/>
          <p:nvPr/>
        </p:nvSpPr>
        <p:spPr>
          <a:xfrm>
            <a:off x="0" y="2921168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561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iday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678EB"/>
      </a:accent1>
      <a:accent2>
        <a:srgbClr val="FE2020"/>
      </a:accent2>
      <a:accent3>
        <a:srgbClr val="7030A0"/>
      </a:accent3>
      <a:accent4>
        <a:srgbClr val="00B050"/>
      </a:accent4>
      <a:accent5>
        <a:srgbClr val="FFC000"/>
      </a:accent5>
      <a:accent6>
        <a:srgbClr val="C0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SlideEgg_83873-Car Emission PowerPoint Template</Template>
  <TotalTime>303</TotalTime>
  <Words>496</Words>
  <Application>Microsoft Office PowerPoint</Application>
  <PresentationFormat>Widescreen</PresentationFormat>
  <Paragraphs>89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MIHIR JETHAVA</dc:creator>
  <cp:lastModifiedBy>MIHIR JETHAVA</cp:lastModifiedBy>
  <cp:revision>6</cp:revision>
  <dcterms:created xsi:type="dcterms:W3CDTF">2026-04-16T14:57:54Z</dcterms:created>
  <dcterms:modified xsi:type="dcterms:W3CDTF">2026-04-17T03:38:41Z</dcterms:modified>
</cp:coreProperties>
</file>